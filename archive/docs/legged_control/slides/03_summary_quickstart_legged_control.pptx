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docs/legged_control  /  学習ノートのスライド化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legged_control  速習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ノート 00–07 の要約。犬の絵、式との対応、アーキテクチャで追う。
細部・ファイル名・未確認は md を正本とする。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要約  /  正本: docs/legged_control  /  コード: external/legged_control@a7f381c  /  a1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要約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このソフトは何か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370027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26187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対象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920240"/>
            <a:ext cx="3425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Unitree A1 の閉ループ。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速さ指令と歩容から 12 トルク。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0624" y="1097280"/>
            <a:ext cx="370027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0624" y="109728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6928" y="126187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分け方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928" y="1920240"/>
            <a:ext cx="3425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計画は未来 1 s（100 Hz）。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実行は今の瞬間（500 Hz）。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097280"/>
            <a:ext cx="370027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8" y="109728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1792" y="126187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このデッキ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1792" y="1920240"/>
            <a:ext cx="3425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犬に量を載せる。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箱の番号合わせではない。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NMPC: 非線形モデル予測制御。未来を解いて今の入力を決める。  ※ WBC: 全身制御。今の瞬間の二次計画。  ※ 歩容: どの足が地面についてよいかの時間割。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ロジック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指令からトルクまで、人が選ぶのは2つ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速さは胴体の行き先。歩容名は足の時間割。別蛇口。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速さ / ゴール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① /cmd_vel または goal。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② が犬 2 匹（今と 1 s 先）。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NMPC の x_ref になる。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歩容は切り替えない。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歩容の名前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端末に stance / trot /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flying_trot などを打つ。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ModeSchedule になる。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NMPC も WBC も種類を選ばない。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あとの機械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NMPC: 与えられた c の上で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力と運動を解く。トルクは無い。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WBC: 同じ c で押す足を切り、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今の犬で τ 12 を出す。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README: THE GAIT AND THE GOAL ARE COMPLETELY DIFFERENT AND SEPARATED。  ※ 初期は STANCE（四脚）。寝たまま stance と打つ必要は無い。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モデル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まず犬を見る（a1）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969264"/>
            <a:ext cx="1141171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dog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長さは a1/const.xacro。立位関節は reference.info。接触添字の順は LF, RF, LH, RH（コメント）。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閉ループの本体は犬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969264"/>
            <a:ext cx="1141171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close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人が速さと歩容を言い、計画が 1 s を持ち、実行が τ 12 を書く。センサが戻る。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アーキテクチャ：プロセスとロボット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969264"/>
            <a:ext cx="1141171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起動は 3 プロセス。計画スレッドと実行ループは周期が違う。推定は第4層ではない。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同じ 20 ms を 2 つの時計で見る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969264"/>
            <a:ext cx="1141171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c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SQP: 非線形を短い二次計画の列として解く。反復は 1 回。  ※ policy: NMPC が共有する未来の解の束。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状態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x は犬のどこか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" y="987552"/>
            <a:ext cx="6382512" cy="4690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state_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24128"/>
            <a:ext cx="63093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078992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um_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19"/>
            <a:ext cx="4754880" cy="5731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2377440"/>
            <a:ext cx="5029200" cy="32461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450592"/>
            <a:ext cx="47914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式との関係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724912"/>
            <a:ext cx="4791456" cy="2788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勢い 6 は胴体の並進・回転の勢い。位置向き 6 は胴体の置き方。関節 12 は 4 脚 × HAA/HFE/KFE。
よくある「胴体12+関節12」ではない。速度の代わりに正規化運動量が入る。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h_com = [v_com, L/m]。単位は m/s と m²/s 相当。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入力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u は足の力と関節の速さ。トルクは無い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" y="987552"/>
            <a:ext cx="6382512" cy="4690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input_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24128"/>
            <a:ext cx="63093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078992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um_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19"/>
            <a:ext cx="4754880" cy="5731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2377440"/>
            <a:ext cx="5029200" cy="32461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450592"/>
            <a:ext cx="47914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式との関係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724912"/>
            <a:ext cx="4791456" cy="2788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地面反力 12 は 4 足 × 3。立脚だけ非ゼロ。関節速さ 12 は足の相対運動の正則化。
12 トルクはここには無い。トルクは WBC が今の姿勢で後から解く。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脚順は contactNames3DoF。task.info の R コメントは足速度だが、実装は関節速さへ写す。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指令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人の「前」を、今の向きで地図へ回す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" y="987552"/>
            <a:ext cx="6382512" cy="4690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cmd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24128"/>
            <a:ext cx="63093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078992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um_v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19"/>
            <a:ext cx="4754880" cy="5731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2377440"/>
            <a:ext cx="5029200" cy="32461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450592"/>
            <a:ext cx="47914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式との関係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724912"/>
            <a:ext cx="4791456" cy="2788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鼻先の 0.5 を地図の x に足すと、旋回後にずれる。今の yaw/pitch/roll で並進 3 つだけ回す。
旋回速さは回さない。高さ目標は 0.3 m。θ,φ の目標は 0。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/cmd_vel は 4 つ: vx, vy, vz, yaw_rate。goal は別経路で位置 6。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指令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参照は密な軌道ではなく、犬が 2 匹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" y="987552"/>
            <a:ext cx="6382512" cy="4690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two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24128"/>
            <a:ext cx="63093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078992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um_le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19"/>
            <a:ext cx="4754880" cy="5731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2377440"/>
            <a:ext cx="5029200" cy="32461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450592"/>
            <a:ext cx="47914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式との関係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724912"/>
            <a:ext cx="4791456" cy="2788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点0 は今。点1 は 1 秒後。速さ指令では両端の速さ欄を同じ 0.5 にする。あいだは直線。
関節参照は立位のまま。足の振り軌道は②には無い。Gait は触らない。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入力参照 24×2 はゼロ。コスト側が体重分担に置き換える。  ※ Gait は②に含まれない。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歩容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種類は名前で選ぶ。犬の足が変わる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969264"/>
            <a:ext cx="1141171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gait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stance: 四脚。trot: 対角、0.3 s 交代、周期 0.6 s。flying_trot: 空中区間がある名前。切替時刻の数値列は gait.info（OCS2側。本repo未照合）。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歩容 → NMPC → WBC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同じ接地旗が、計画と実行に入る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969264"/>
            <a:ext cx="1141171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gait_bi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NMPC: contactFlags(t) で ZeroForce / Friction が切替。WBC: plannedMode → contactFlag_。推定の observation.mode とは別。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歩容  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c は人が選んだ時間割。NMPC も WBC もこれを読む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速さだけでは、いつどの足が押してよいか決まらない。4脚同時では速く歩けない。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端末の gait 名を ModeSchedule にし、ホライズンへ伸ばす。NMPCは mode を最適化しない。WBCは今の1点の mode だけ見る。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um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誰が使うか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c_i(t)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脚 i は今接地してよいか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NMPC の制約切替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ModeSchedule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mode 列 + 切替時刻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GaitReceiver → 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plannedMode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今の計画 mode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WBC の接地旗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速さ指令は gait 種類を自動変更しない。  ※ NMPC は trot の逆相を回答できない。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推定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胴体 xyz のエンコーダは無い。足が位置を教える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" y="987552"/>
            <a:ext cx="6382512" cy="4690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kal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24128"/>
            <a:ext cx="63093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078992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um_k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19"/>
            <a:ext cx="4754880" cy="5731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2377440"/>
            <a:ext cx="5029200" cy="32461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450592"/>
            <a:ext cx="47914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式との関係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724912"/>
            <a:ext cx="4791456" cy="2788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向きと関節はセンサを信じる。Kalman が直すのは地図の位置・速さと足位置。
接地足が滑らないなら、関節から見た相対位置が胴体位置の観測になる。空中の足は信用しない（ノイズ 100 倍）。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出力は rbd 36。コントローラが x 24 に組み直す。Cheater は sim 専用。Δt=0.002 s。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NMPC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未来の犬を並べ、今の 1 匹だけ渡す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" y="987552"/>
            <a:ext cx="6382512" cy="4690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nmpc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24128"/>
            <a:ext cx="63093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078992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um_oc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19"/>
            <a:ext cx="4754880" cy="5731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2377440"/>
            <a:ext cx="5029200" cy="32461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450592"/>
            <a:ext cx="47914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式との関係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724912"/>
            <a:ext cx="4791456" cy="2788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今の力だけ見て足を出すと、次の接地に間に合わない。③の今から、②の 2 点へ近づく u を探す。
ホライズン 1 s、刻み 15 ms、約 67 点。WBC へは evaluatePolicy の今だけ。u にトルクは無い。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SQP 1 回、100 Hz。既定 FullCentroidal。f は OCS2側で未照合。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NMPC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罰: 目標の犬へ寄せ、体重は接地足へ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u の目標を 0 にすると、立っているだけで「押すな」と罰する。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状態は②の 2 点へ。入力は接地している足への体重分担へ。空中は 0。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um_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何の数か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x_ref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②の直線（犬 2 匹）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 点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u_wc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体重を接地足で分けた入力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OCS2側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 が大きい項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水平位置 1000、高さ 1500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摩擦 μ=0.3 は軟制約。地形高さは 0。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trot の中身。対角が 0.3 s で代わる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969264"/>
            <a:ext cx="1141171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gait_tr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0.0–0.3 s は LF+RH、0.3–0.6 s は RF+LH。NMPC はこの組を選べない。WBC は今どちらの組かを plannedMode で受け取る。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WBC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今の犬の質量と足位置で、力を釣り合わせる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" y="987552"/>
            <a:ext cx="6382512" cy="4690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wbc_e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24128"/>
            <a:ext cx="63093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078992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um_e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19"/>
            <a:ext cx="4754880" cy="5731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2377440"/>
            <a:ext cx="5029200" cy="32461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450592"/>
            <a:ext cx="47914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式との関係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724912"/>
            <a:ext cx="4791456" cy="2788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④の力は粗いモデル上の数字。今の足位置でそのままは成り立たない。加速度・地面反力・トルクを未知にして、この瞬間の運動方程式を必ず満たす。
内部は 42 次元。出口は τ 12 だけ。遊脚は押さず、目標足へ PD（kp=350, kd=37）。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WeightedWbc（単一QP）。階層版はコードにあるが起動しない。重み: 遊脚100 / 胴体1 / 力0.01。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関節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 個の丸がモータ。主役は WBC の力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" y="987552"/>
            <a:ext cx="6382512" cy="4690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joints_t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24128"/>
            <a:ext cx="63093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1078992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um_t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19"/>
            <a:ext cx="4754880" cy="5731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2280" y="2377440"/>
            <a:ext cx="5029200" cy="32461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450592"/>
            <a:ext cx="47914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式との関係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724912"/>
            <a:ext cx="4791456" cy="2788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位置ばねを強くすると⑤の力が消える。ゼロだけだと接地衝撃で速さが跳ねる。トルクは⑤のまま。速さズレに 3 だけかける。
角度ズレは掛けない（Kp=0）。12 関節同じ。実機も Gazebo も同じ 5 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sim は 9 ms 遅らせて同じ式。センサは③へ戻る。上限 33.5 N·m。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閉じる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速さ + 歩容名 → NMPC → WBC → τ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犬・式・アーキテクチャ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969264"/>
            <a:ext cx="1141171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38560" cy="4663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左上が速さ、その右が歩容名。計画は c の上で x,u。実行は同じ c で τ。次は md 01–07。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