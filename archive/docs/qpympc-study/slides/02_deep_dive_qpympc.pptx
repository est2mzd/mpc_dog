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Markdown と同じ区切り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章も節も、Markdown と同じ順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00 → 01 → … → 19。各ページ見出しは ## と同じ。
各章の先頭に背景・意図・アーキ・データの流れ。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教育用  /  構成は docs/qpympc-study の見出し順  /  コード: external/Quadruped-PyMPC + gym-quadruped 1.1.5
対象: 速習のあと。口頭 3–5 時間、または自習。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独自の章立てはしない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数式は背景・意図・変数説明。知らない語は下部の※。覚えなくてよい。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見出し番号は本文と同じ。略語は初出で日本語にし、※で繰り返す。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169164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62939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順序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このデッキでの役割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00_README.md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目的、区別、経路、概念図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01–11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Plant → 閉ループ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理論理解 00 §6.2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12–15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歩幅、地形、調整、自動化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研究の手前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16–19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地図、手順、実験、収録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コードと実験へ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A–F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索引と訂正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本文へ戻る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  00_README.md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学習ガイドの入口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本文 00–19 と A–F が正本。analysis-logs は途中経過。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制御コードとノートが分かれ、入口が必要である。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速度指令から12トルクまでを、理論とコードで追えるようにする。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ノート: docs/qpympc-study。実行: simulation.py。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読む順は §6。分析順は §7。実験順は §8。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Quadruped-PyMPC本体との関係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場所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simulation/simulation.py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run_simulation()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コントローラ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quadruped_pympc/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Gait, Foothold, MPC, トルク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gym-quadruped 1.1.5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QuadrupedEnv、Go2 XML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上流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iit-DLSLab/Quadruped-PyMPC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 tree は zip。git 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対象CommitとBaseline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wrapper HEAD: 3adfad9。PyMPC を 3adfad9 とした旧記は E §15。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標準の一本道: 普通の予測制御、対角歩き、1コマ 0.002 秒、押し方は秒間100回、地形は見ない、歩周波数は固定。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Go2 は gym 同梱 XML。nq=19, nv=18, nu=12。Menagerie は実行時未ロード。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mpc_frequency は simulation_params。mpc_params ではない（E §27）。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記述の区別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区分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置き場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実装事実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現行コード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各本文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理論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式と原理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各本文、B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推奨改善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コードに無い案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推奨と明記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公開コードで確定できない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26ファイル一覧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このデッキの目次でもある。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01 Plant … 11 閉ループが制御の本体。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12–15 が速さ・地形・調整・自動化。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16 関数木、17 手順、18 実験、19 収録。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A 変数、B 式、C パラメータ、D 関数、E 訂正、F 未確認。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学習経路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6.1 最短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03→04→07/09→10→11。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速習スライドがこの順。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6.2 理論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01→06→07→08→09→10。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この深掘りがこの順を含む。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6.3 研究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18→14→13→15。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Sampling 比較は Cost が一致しない。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コード分析順序  /  8.  実験開始順序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分析: 00 → 02 → 16 → 対象章1つと対応 .py だけ。リポジトリ全体は渡さない。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実験: Baseline 固定。平地歩行は scene='flat' を明示（ディスク既定は perlin）。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ログ設計は 18 §8。制御ループへ新しい if を足さない。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9.  概念図  /  10.  座標系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737360"/>
            <a:ext cx="279806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v, ψ̇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32257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1737360"/>
            <a:ext cx="279806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c,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混在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232257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1737360"/>
            <a:ext cx="279806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N·m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2322576"/>
            <a:ext cx="256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1737360"/>
            <a:ext cx="279806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43416" y="1737360"/>
            <a:ext cx="27980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Plant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084831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q, q̇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78608"/>
            <a:ext cx="268833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19, 18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290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(W) world、(B) base、(H) heading。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22段の型は 02。記号は A。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11.  解析ログと検証  /  12.  Cursor入口  /  13.  口頭用スライド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照合証跡は analysis-logs。本文へ転記しない。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検証: python3 docs/qpympc-study/scripts/verify_study_docs.py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Cursor は 00、02、16、対象章。手順の正本は 17。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このスライドは口頭用。定義の正本は Markdown。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01_MuJoCo_Go2_Plant_Model.md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実行時に動かす Go2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gym 同梱 XML。Menagerie は参照。同一性は未確認。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制御は仮想ではなく、質量と関節と地面を持つ物体を動かす。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実行時 XML と、MPC 内部モデルを分ける。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gym-quadruped 1.1.5 の go2.xml。QuadrupedEnv。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12トルク → 1回 mj_step → qpos/qvel/足/J。sensordata は読まない。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自由度と状態ベクトル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nq=19（浮遊6の四元数表現 + 関節12）。nv=18。nu=12。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配位は qpos、速度は qvel。角速度は Base。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3.  全身運動方程式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トルクと接触力で、全身の加速度が決まる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胴体を直接押すモータは無い。接触力は指令ではなく、Plant が求める。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12トルクを ctrl へ入れ、mj_step が λ と次状態を作る。MPC GRF を XML へ代入しない。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慣性と非線形項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MuJoCo が今の q, q̇ から組む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12関節トルク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clip 後の 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λ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接触力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接触ソルバー。制御切替には使わない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S, J_c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入力と接触の写像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関節と接触点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質量と慣性  /  5.  アクチュエータ  /  6.  関節損失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質量・慣性は XML リンク値。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モータはトルク入力。gain=1, bias=0, gear=1。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減衰など受動損失は Plant 側。実行で qfrc_passive を引く。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足と接触  /  8.  センサ  /  9.  初期姿勢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Visual と Collision は別ジオメトリ。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XML に IMU と jointpos はある。標準は sensors= を渡さず sensordata も読まない。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モータ電気系・遅延・実機PD・足裏ゴムは含まれない。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10.  Plant境界の入出力  /  11.  MPCとのモデル分担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前の出口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12トルク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8432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このページ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1回 mj_step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1104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次の入口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4256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qpos / qvel / 足 /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057400"/>
            <a:ext cx="11430000" cy="6400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57400"/>
            <a:ext cx="11155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Plant は12トルクを受け取り、次の全身状態を返す。SRBD は MPC 内部である。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12.  MJX版  /  13.  実装事実 / 理論 / 推奨 / 未確認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Plant=動かす物体そのもの。ここではシミュレータ上の犬。MPCの中の粗い模型とは別。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標準経路は通常 MuJoCo。MJX 版の接触差をこのスタックの事実とはしない（E §18）。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Menagerie との同一性は F。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go2.xml、quadruped_env.py、simulation.py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02_System_Architecture_and_Dataflow.md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1ループの順番と矢印の型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関数木は 16。変数は A。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呼出順と意味の番号がずれると、追跡が壊れる。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22段の境界・周期・10問を1か所に置く。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run_simulation → compute_actions。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速さ→状態→VM→位相→着地点→参照→MPC→マスク→トルク→clip→mj_step。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全体フロー（実行順）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state_current は Velocity modulation の前。clip は action 組立の前。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1–2 指令、3–5 状態、6–10 リズムと足、11–14 計画、15–21 実行、22 戻り。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start_and_stop、周波数候補、VFA、RTI、関節PDは標準に無い。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完全な境界表  /  4.  分割Mermaid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各矢印に意味・変数・shape・単位・frame・周期がある。正本は本文の表。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分割図は指令、計画、実行、Plant の塊。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処理周期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処理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周期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非更新時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mj_step / 状態 / 位相 / 着地点 / トルク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毎回更新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 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 Hz（% 5 == 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直前の GRF と着地点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描画・実GRF表示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壁時計約30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前回の geom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最終確認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10問の答えは本文 §6。速習と同じ。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リズムは足の箱。未来計算は押し方。実力は物体。歩周波数の候補は速さを決めない。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標準実装にない上位機能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境界=箱と箱のあいだで渡すデータ。周期=1秒に何回その箱が動くか。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目的地経路、障害物回避、速度再計画、完全な Gait 自動切替、接触時刻と着地点の同時最適。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足すなら境界は ref_base_lin_vel と ref_base_ang_vel（03 §7）。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compute_actions の全引数を A と再照合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03_User_Command_and_Reference_Generation.md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指令と ref_state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mode は定義されるが run_simulation は読まない。実種別は引数。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人は目的地ではなく速さを言う。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Heading 速さを World の参照にする。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_sample_ref_vel / キー、target_base_vel、WBInterface。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v_H → World → VM →（着地点のあと）地形回転 → ref_state。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指令の2経路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初期化は _sample_ref_vel。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キーは render 登録時だけ。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simulation_params['mode'] は未参照。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3.  座標変換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正面の速さを、地図座標へ回す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指令はロボット正面。計画と Plant の多くは World。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同じ速さを計画の座標系で渡す。位置 xy は作らない。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Heading の目標並進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_ref_base_lin_vel_H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 Yaw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Plant の向き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v^W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World の目標並進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ref_base_lin_vel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目標 Yaw 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ω^ref の 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Velocity Modulator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 ON。速さを抑える。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着地点より前に掛かる。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地形回転と参照状態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着地点は地形回転前の xy 速さ。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そのあと並進指令を地形 roll/pitch で回して ref_state へ。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ref_position の xy は 0。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速度指令の分岐  /  7.  上位Planner追加時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Heading=ロボットの正面。World=床に固定した地図座標。Yaw=その場での左旋回。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指令種別は関数引数 base_vel_command_type。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Planner を足すなら出口は ref_base_lin_vel と ref_base_ang_vel。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対応コード  /  9.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quadruped_env.py、wb_interface.py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04_Gait_Generator_and_Contact_Schedule.md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位相と接地列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Trot 位相は MPC の回答ではない。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接触を最適にするとリズムが壊れる。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未来の立脚/遊脚を先に固定する。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PeriodicGaitGenerator と compute_contact_sequence。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f,d,φ → contact_sequence (4×13)、current_contact。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2.  Gaitパラメータ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位相を進め、Duty で接地を切る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リズムは時間の関数。力の最適とは別問題。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各予測段 t_k にも同じ規則で 0/1 を置く。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1.35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gait_params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Duty。overlap が出る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φ_i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位相 0〜1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_phase_signal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offset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[0.5,1.0,1.0,0.5]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FL,FR,RL,RR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c_{i,k}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 i、段 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compute_contact_sequence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2回の run と位相復元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run(0.002) の戻り接触は捨てる。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表は compute_contact_sequence。lookahead は MPC dt。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Trot  /  5.  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対角の2脚が組。地面にいる割合 0.74 なので、切替の前後に4脚が重なる。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今の接地 0/1 は表の最初の列。回す力の切替もこれを読む。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速度指令との関係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Gait=足の上げ下ろしリズム。Trot=対角の2脚が組。立脚=地面で押してよい足。遊脚=空中の足。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標準は、人の速さが変わっても歩の速さも地面にいる割合も固定。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歩周波数の候補比較は 12 章。標準ではオフ。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対応コード  /  8.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periodic_gait_generator.py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05_Foothold_Reference_and_Terrain_Adaptation.md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着地点と地形推定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標準 blind では VFA も HeightMap も走らない。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 は時刻だけ。場所は別問題。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速度と Hip から Nominal 着地点を作る。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TerrainEstimator → FRG。VFA は非 blind。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速さは地形回転前。制約は None。保証はしない。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Foothold=次に足を置く位置の候補。blind=地形を見ない設定。保証しない=届かなくても目標のまま。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TerrainEstimator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Foothold=次に足を置く位置の候補。blind=地形を見ない設定。保証しない=届かなくても目標のまま。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入力の足は今の feet_pos ではなく lift_off_positions。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update_state_and_reference の先頭。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Lift-off / Touch-down更新  /  4.  Nominal Footholdの入力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Foothold=次に足を置く位置の候補。blind=地形を見ない設定。保証しない=届かなくても目標のまま。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上げた位置と着いた位置を覚える。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目標速さは地形回転前の ref_base_lin_vel[0:2]。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5.  Nominal Foothold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腰の下へ、先送りと速さずれと左右ずらしを足す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速さ方向へ足を出さないと、胴体が脚を追い越す。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Heading で組み、World へ戻す。z は lift-off。地形安全とは言わない。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foot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Δp_ref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T_st/2 × v_H^ref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vel_offset。速さは回転前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Δp_err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√(h/g)(平均−目標)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クリップあり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p_offset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左右 0.1 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hip_offset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p_foot^ref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着地点候補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ref_foot_*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ReferenceとOptimizationの違い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Foothold=次に足を置く位置の候補。blind=地形を見ない設定。保証しない=届かなくても目標のまま。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MPC は足位置 Cost で寄せる。use_foothold_optimization は標準 ON。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箱制約 use_foothold_constraints は標準 OFF。地形集合の保証ではない。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地形適応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Foothold=次に足を置く位置の候補。blind=地形を見ない設定。保証しない=届かなくても目標のまま。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blind / height / vfa。既定 blind。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vfa は未公開 virall に依存。3集合の交差は 13。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対応コード  /  9.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foothold_reference_generator.py、terrain_estimator.py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06_Centroidal_SRBD_Model.md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MPC 内部の簡略体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Plant は MuJoCo 全身。予測は胴体と4足作用点。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12関節を 0.24 s 予測すると重い。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並進と回転の簡略力学で押し方を考える。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centroidal_model_nominal。nx=30, nu=24, np=29。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x,u,p → 次の x。c_i は p[0:4]。s は常に 0。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SRBD=胴体と4つの足先だけにした粗い予測模型。Plant（全身）とは別物。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状態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SRBD=胴体と4つの足先だけにした粗い予測模型。Plant（全身）とは別物。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見た目24（p,v,Θ,ω,足4）。acados 上は積分込み30。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積分補償は標準 OFF。omega 積分記号は states に未接続。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入力  /  4.  固定パラメータ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SRBD=胴体と4つの足先だけにした粗い予測模型。Plant（全身）とは別物。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 は足速度12 + GRF12。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 は接触、摩擦、近接、Yaw、外力、慣性、質量。最適化しない。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5.  並進運動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押せる脚の力だけが、重心を加速する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浮遊胴体に直接モータは無い。力は足作用点から入る。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c_i=0 の力は胴体予測に入れない。F_ext は標準 0。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質量。標準 15.019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p[28]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その段その脚の接地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p[0:4]。04 が決める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その脚の押し方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 の後半。遊脚でも変数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標準 0。Wrapper は未渡し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[0,0,−gravity_constant]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回転運動  /  7.  足位置運動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SRBD=胴体と4つの足先だけにした粗い予測模型。Plant（全身）とは別物。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Iω̇ は c_i (r_i × F_i) と外モーメント。ω は Base。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遊脚の足は入力の足速度で動く。立脚足は地面側。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省略しているもの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SRBD=胴体と4つの足先だけにした粗い予測模型。Plant（全身）とは別物。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12関節、モータダイナミクス、実接触弾性、センサノイズ。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近接係数 s はコード上 1×0 で常に 0。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9.  対応コード  /  10.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centroidal_model_nominal.py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07_MPC_Formulation.md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OCP のコスト・制約・失敗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LINEAR_LS。終端も同じ Q。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未来を一度に決めないと、今の力が場当たりになる。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既知の状態・参照・接地列で押し方を最適にする。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Acados_NMPC_Nominal。set_weight()。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x0,xref,p → x,u。status 1 または 4 なら前回 GRF。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2.  最適化問題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途中と終端で、同じ Q を使う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重みが無いと力はいくらでも大きくなる。別の Q_N は無い（E §20）。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W=blkdiag(Q,R)、W_e=Q。等式は ERK した SRBD。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N, Δt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 と 0.02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先は 0.24 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対角重み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set_weight()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x^ref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高さ・速さ・姿勢・着地点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03 と 05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次状態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06 の力学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参照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基準鉛直力は体重を立脚数で割る。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水平位置目標は 0。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既定重み  /  5.  摩擦錐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重みの数値は本文 §4 と C。config.py には Q が無い。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摩擦錐は標準で全脚・全段。遊脚も残る。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Foothold・安定性制約  /  7.  Soft constraint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両方とも標準 OFF。slack は標準では無い。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Solver  /  9.  Failure/Fallback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MPC=未来を予測して今の押し方を決める計算。OCP=その未来何段かを一度に解く問題。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失敗 status ∈ {1,4}: 前回 GRF を使い reset。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旧「基準鉛直へ戻す」は誤り（E §21）。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10.  対応コード  /  11.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centroidal_nmpc_nominal.py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08_Gait_MPC_Coupling.md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接地表を力学へ入れる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Trot 位相は最適化変数ではない。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位相を最適化すると Trot が壊れる。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各段で押してよい脚を、既知パラメータにする。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段ごと solver.set(j,'p',...)。p[0:4]=c。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c=0 の力は ẋ に入らない。位相は変数にならない。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接地表=各時刻にどの足が地面にいてよいかの 0/1。パラメータ=最適化しない既知の数。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 2.  固定Schedule OCP  /  3.  接触Gate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接地表の1列を、その段の力学パラメータにする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遊脚力を胴体式に入れると、空中の足が胴体を押す。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c を p へ書く。摩擦錐は全脚に残る。等式ゼロは置かない。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cou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c_{·,k}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段 k の4脚接地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contact_sequence の列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acados パラメータ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先頭4が接触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F_{i,k}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その脚の押し方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最適化変数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足位置への接触Gate  /  5.  acados実装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接地表=各時刻にどの足が地面にいてよいかの 0/1。パラメータ=最適化しない既知の数。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立脚足は動かさず、遊脚足は速度入力で動く。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実装は段ループで p をセットする。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遊脚GRF  /  7.  より明示的な推奨制約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接地表=各時刻にどの足が地面にいてよいかの 0/1。パラメータ=最適化しない既知の数。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OCP 内で遊脚 GRF を等式ゼロにはしない。3段の正本は 09 §6。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等式ゼロや schedule 変数化は推奨改善。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Schedule不要となる別方式  /  9.  低レベルとの共有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接地表=各時刻にどの足が地面にいてよいかの 0/1。パラメータ=最適化しない既知の数。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Contact-implicit 等は未実装。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 current_contact を 10 の切替が読む。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10.  対応コード  /  11.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centroidal_nmpc_nominal.py、PGG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09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09_MPC_Output_and_Receding_Horizon.md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先頭入力と Receding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状態30、入力24。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未来全部は実行できない。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先頭だけ使い、次周期に解き直す。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SRBDControllerInterface。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u0 → F^{MPC} → F^{cmd}=c_0 F^{MPC}。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内部解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ホライズン全体の x,u を持つ。実行するのは先頭。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求解前処理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perform_scaling は現在位置を原点へ平行移動。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遊脚の初期足は参照着地点へ置き換え（teleport）。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external_wrenches はフラグ True でも標準は zeros(6,)。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4.  先頭入力  /  6.  遊脚GRFの3段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先頭 u を切り、今の接地でマスクする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遊脚の最適力が実行に漏れると、空中の足が地面を探す。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OCP では残り得る。実行では 0。Plant の λ は別物。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u_0^*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先頭入力 24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get(0,'u')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後半12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optimal_GRF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c_{i,0}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今の接地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04 の先頭列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実行目標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 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外部出力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実行へ渡すのは Mask 後 GRF と Foothold。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足速度先頭は Swing モータへ直接は行かない。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100 Hzと500 Hz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Receding=未来全部は使わず、今の1段だけ使う。マスク=遊脚の押し方を0にして消すこと。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solve は % 5 == 0。間は保持値。J と Swing 時間は毎周期の現在値。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対応コード  /  9.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srbd_controller_interface.py、centroidal_nmpc_nominal.py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10_Stance_and_Swing_Control.md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立脚トルクと遊脚トルク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切替は current_contact。実接触ではない。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立脚と遊脚を同じ式にすると、空中の足が押し続ける。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同じフラグで作り方を切り替える。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WBInterface。簡潔な写像であり全身 QP-WBC ではない。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−JᵀF を先に書き、遊脚が上書き。その後 qfrc_passive。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境界入出力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前の出口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F^{cmd} と着地点と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8432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8432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このページ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脚ごと 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1104" y="1024128"/>
            <a:ext cx="372465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1104" y="1024128"/>
            <a:ext cx="3724656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次の入口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4256" y="1298448"/>
            <a:ext cx="3578352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clip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2057400"/>
            <a:ext cx="11430000" cy="64008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057400"/>
            <a:ext cx="11155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この箱は、押し方と着地点と Jacobian を受け取り、脚ごと3トルクを渡す。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3.  立脚制御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足先の力を、関節の仕事へ写す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モータは関節にある。接触力再配分の別 QP は無い。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全脚に先に書き、c_{i,0}=0 の脚だけ置き換える。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Mask 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nmpc_GRFs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J_i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足先 Jacobian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feet_jac[:, qvel_idx]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脚3関節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その後受動項を引く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Swing軌道  /  5.  Cartesian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始点 lift-off、終点 nmpc_footholds、高さ 0.2×hip_height。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Cartesian PD は2回足される。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摩擦補償  /  7.  Early stance / Reflex  /  8.  IKと関節目標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トルク=関節を回す力。Jacobian=関節が動くと足先がどう動くかの割合。PD=ずれに比例して戻す。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全脚から qfrc_passive を引く。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reflex は標準 OFF。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des_joints_* は計算するが標準では Plant に足さない。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9.  対応コード  /  10.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wb_interface.py、swing_trajectory_controller.py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11_Joint_Torque_and_MuJoCo_Closed_Loop.md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clip、action、mj_step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実GRFは画面用。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MPC の力を接触へ書くと Plant が嘘をつく。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切って1ステップ進め、目標と実力を分けて測る。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simulation.py。env.step。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τ → 0.9 ctrlrange → action[legs_tau_idx] → mj_step。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Torque assembly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各脚3成分を MuJoCo actuator index へ入れる。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組立は clip のあと。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3.  Saturation  /  4.  MuJoCo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定格の 0.9 倍で切り、1回だけ進める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定格超えはモデル外。mj_step は1回。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λ はここで決まるが、Stance/Swing 切替には使わない。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12トルク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 の出口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ctrlrange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01 の 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q+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次の配位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次周期の getters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目標GRFと実GRF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量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作り手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制御での役割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 先頭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マスク前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c_0 マスク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λ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MuJoCo 接触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読まない。画面は約30 Hz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PDなしで立てる理由  /  7.  関節PDの位置付け  /  8. 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clip=大きすぎる指令を上限で切る。λ（ラムダ）=シミュレータが求めた実際の地面の力。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胴体誤差 → F^{MPC} → F^{cmd} → τ → 接触 → 次状態。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関節PDは実装あり・標準無効（コメントアウト）。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次ループの getters が qpos/qvel を読む。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9.  対応コード  /  10.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simulation.py、QuadrupedEnv.step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12_Speed_Frequency_Duty_and_Stride.md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速さ・周波数・Duty・歩幅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周波数候補は目標速さを決めない。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速い指令を遅い足取りのまま出すと、脚が置いていかれる。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連成を式で見る。標準は f=1.35 固定。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gait_params。batched は optimize_step_freq=True。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v,f,d → L と Swing 時間。候補は着地点を再計算しない。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Duty=1歩のうち地面についている割合。Hz=1秒あたりの回数。L=足跡の間隔。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2.  v=fL の正しい意味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足跡間隔は、速さ割る周波数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足が地面に固定されているあいだ、胴体は前へ進む。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f 固定で v だけ上げると L が伸び、Swing が厳しくなる。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st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水平速さ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人の指令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1.35 Hz 固定（標準）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gait_params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足跡間隔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この式の出口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5 m/s、2 Hzの例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Duty=1歩のうち地面についている割合。Hz=1秒あたりの回数。L=足跡の間隔。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L=2.5 m を「脚を 2.5 m 前へ置く」と読むのは誤り（E §6）。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足跡間隔であり、Hip からの伸出そのものではない。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StanceとSwing  /  5.  定常速度と加速度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Duty=1歩のうち地面についている割合。Hz=1秒あたりの回数。L=足跡の間隔。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T_st=(1/f)d、T_sw=(1/f)(1-d)。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定常直進の平均水平 GRF は小さくできる。脚の相対移動は残る。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周波数候補評価  /  7.  実現可能速度域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Duty=1歩のうち地面についている割合。Hz=1秒あたりの回数。L=足跡の間隔。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候補 [1.4, 2.0, 2.4]。標準 OFF。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評価は接触列と周波数 penalty。v^ref の決定ではない。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着地点は候補ごとに再計算しない（E §24）。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対応コード  /  9.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config.py、batched（標準未生成）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  13_Feasibility_on_Rough_Terrain.md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不整地の3集合（理論）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交差関数は標準に無い。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着地点が地形上安全でも、届かない・間に合わないことがある。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3条件を分けて教える。未実装だと先に言う。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理論章。VFA は optional。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交差を取らず、到達不能でも目標をそのまま使う。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交差=3つの条件を同時に満たす場所。理論=式の話。標準コードにはこの判定が無い。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  2.  3つの集合（理論。標準未実装）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着地点は、3集合の交差に入る必要がある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地図上よく見えても脚が届かない。届いても残り時間で間に合わない。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これは理論上の必要条件。標準コードに積を取る関数は無い。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_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どこから来るか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p_td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着地点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05 の Nominal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S_terrain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穴でなく立てる場所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HeightMap が要る。blind に無い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R_kin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IK が限界内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交差判定は未実装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残り Swing で到達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 と Duty に依存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記号は上の表を見る。覚えなくてよい。下付きは時刻や脚の番号。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不整合の例  /  4.  対応の順序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交差=3つの条件を同時に満たす場所。理論=式の話。標準コードにはこの判定が無い。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縁、遠すぎ、遅すぎ、支持不足。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先に blind の失敗を記録してから VFA を1つだけ試す。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Plannerに必要な出力  /  6.  Quadruped-PyMPCの範囲  /  7.  研究課題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交差=3つの条件を同時に満たす場所。理論=式の話。標準コードにはこの判定が無い。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速度再計画と接地時刻の変更は標準に無い（02 §7）。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このスタックの範囲は Nominal 着地点と optional VFA。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VFA 経路は非 blind だけ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  14_MPC_and_Controller_Tuning.md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症状と調整順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質量・慣性・定格は仕様であり、本章の対象外。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重みと歩容と Swing が同時に効く。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A群から始め、一度に1層だけ動かす。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set_weight() と gait_params。索引は C。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観察 → 1層変更 → 同じログ。目標GRFと実GRFは別列。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重み=「どれを優先して罰するか」の数。層=一度に触る部品のまとまり。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ユーザー調整項目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重み=「どれを優先して罰するか」の数。層=一度に触る部品のまとまり。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916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優先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層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運用・Gait・主要重み・Swing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速さ上限、f、Duty、高さ/速度/GRF 重み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足位置重み、Horizon、Foothold補正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制約フラグは標準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周波数候補、積分、Reflex、関節PD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標準 OFF または未実装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 / 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GRF rate は input_rates 専用。仕様値は触らない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 §22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症状からの逆引き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重み=「どれを優先して罰するか」の数。層=一度に触る部品のまとまり。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沈む→高さ/GRF。振動→姿勢重み。遅い追従→速度と飽和。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遊脚振動→Swing gain。穴の縁→blind では保証なし。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推奨調整順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重み=「どれを優先して罰するか」の数。層=一度に触る部品のまとまり。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Full stance → Swing 単体 → 低速 Trot → 重み → Horizon。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地形は blind の失敗を先に記録。実機前の Integral/Reflex/PD は個別に。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ADAS MPCとの対応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重み=「どれを優先して罰するか」の数。層=一度に触る部品のまとまり。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車の経路MPCと、足の接触切替が追加である。対応表は本文。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対応コード  /  7.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set_weight()、config.py、C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  15_Automatic_Tuning_and_Sim_to_Real.md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自動化の ON / OFF / 未実装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Sampling の入力探索と Q,R の外側探索は別物。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結論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フラグ名を自動化と読むと、無い機能を期待する。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標準ONと未実装を分ける。Outer-loop は無い。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慣性再計算と foothold opt が標準ON。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Q,R を更新する矢印は無い。実機重みは F。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Outer-loop=重みそのものを外側で探すこと。標準には無い。Sampling=別の探し方のMPC。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既存の自動化（標準ON / 標準OFF / 未実装）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Outer-loop=重みそのものを外側で探すこと。標準には無い。Sampling=別の探し方のMPC。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標準ON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慣性の再計算。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foothold optimization。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標準OFF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周波数候補、VFA、RTI。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積分、Reflex、関節PD。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未実装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Q,R の Outer-loop。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完全な Sim-to-Real 校正。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外側のAuto-tuning（推奨改善）  /  4.  自動化の順序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Outer-loop=重みそのものを外側で探すこと。標準には無い。Sampling=別の探し方のMPC。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外側探索は推奨改善。Sampling MPC の入力探索とは別。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先に 14 の人手順で層を決めてから、候補を1群だけ回す。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Domain randomization  /  6.  人が残す判断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Outer-loop=重みそのものを外側で探すこと。標準には無い。Sampling=別の探し方のMPC。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乱択は評価用の案。標準ループには無い。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安全判断と目標速さの上限は人が残す。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Cursor確認課題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詳細は Markdown の同じ見出し。ここでは入口のファイル名だけ。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対応コード=この章の処理が書いてあるプログラム。次の本文=このあと読む Markdown。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config フラグを C と照合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次に読む本文: 16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  16_Code_Map_and_Call_Graph.md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関数の木と、切ってある枝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境界の型は 02。1行索引は D。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主要ファイル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フラグを全部追うと、標準の道が見えない。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標準の呼出順を1本にし、到達不能な枝を明示する。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simulation.py → Wrapper → WB / SRBD。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入口は run_simulation。中心は compute_actions。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無効経路=フラグがオフで届かない枝。標準=この資料が追う一本道。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主要ファイル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無効経路=フラグがオフで届かない枝。標準=この資料が追う一本道。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60020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ファイル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仕事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simulation.py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ループ、指令、clip、mj_step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quadruped_pympc_wrapper.py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compute_actions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wb_interface.py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状態・参照、Gait/Foothold、トルク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srbd_controller_interface.py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MPC 入出力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periodic_gait_generator.py / foothold_*.py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位相と着地点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centroidal_model / nmpc_nominal.py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SRBD と OCP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config.py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フラグ。Q はここに無い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標準経路のCall graph  /  3.  理論とファイル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無効経路=フラグがオフで届かない枝。標準=この資料が追う一本道。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02 の22段と同じ順。PGG.run の戻りは捨てる。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理論の式は 03–11。ファイル対応は本文 §3 と D。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標準設定で無効、または到達不能な経路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無効経路=フラグがオフで届かない枝。標準=この資料が追う一本道。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キーは render 時だけ。mode は未参照。VFA/HeightMap は blind。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start_and_stop、周波数候補、RTI、Reflex、関節PD、別MPC type。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DDP、積分、warm start、foothold/安定制約、非ゼロ external wrench。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注意すべき実装点  /  6.  Cursor確認課題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無効経路=フラグがオフで届かない枝。標準=この資料が追う一本道。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WBInterface ≠ 全身 QP-WBC。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遊脚GRFの3段は 09 §6。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ref_foot_FL_constraints は typo。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  17_Cursor_Analysis_Workflow.md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Cursor での分析手順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リポジトリ全体を毎回渡さない。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全ファイルを渡すと、無効経路まで混ぜて説明する。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照合の順を固定し、ログと本文を分ける。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入口は 00、02、16、対象章、対応コード。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結論は md。途中は analysis-logs。未確認は F。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Context=AIに渡す資料。ログ=照合の途中。本文へコピーしない。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最初に渡すContext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Context=AIに渡す資料。ログ=照合の途中。本文へコピーしない。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00、02、16、対象章1つ、D の対応 .py だけ。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今回有効だった分析手順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Context=AIに渡す資料。ログ=照合の途中。本文へコピーしない。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Baseline → Call graph → 変数 → 式 → 制約 → Default/Optional → ログ → 修正計画 → md → 検証 → 実験。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更新規則  /  5.  Git運用  /  6.  完了条件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Context=AIに渡す資料。ログ=照合の途中。本文へコピーしない。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コードが正。分析フェーズでは制御コードを変えない。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commit は依頼されたときだけ。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完了は本文と検証と F の残が一致すること。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  18_Experiments_and_Research_Roadmap.md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実験段階と公平比較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一度に動かす主変数は1群。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原則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perlin のまま低速歩行を取ると、歩行と不整地が交ざる。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再現できる Baseline を先に取る。失敗率も残す。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段階3（低速 Trot、flat、摩擦一点、固定指令）を以降の基準にする。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固定: HEAD、tree、config、seed、scene。変更: 1群。記録: 指令、接触、F^{cmd}、τ、転倒。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実験段階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段階1 Full stance。段階3 が Baseline 比の基準。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ディスク既定 scene は perlin。歩行評価は flat を明示する。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14段階の表は本文。合格数値の根拠が無い値は書かない。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1変数群（同時変更禁止）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速さ、Gait、重み、VFA、周波数候補、Sampling を同時に変えない。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4.  Gradient vs Sampling の公平比較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type='sampling' は Cost が nominal と一致しない。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 Q,R での比較はできない。Fair の条件は本文 §4。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5.  評価指標  /  6.  研究候補の優先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転倒、飽和、solver 失敗、指令誤差、目標GRFと実GRF。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優先は本文 §6。ログ設計の詳細は analysis-logs/21。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7.  Cursor実験プロンプト  /  8.  Baseline固定とログ・テスト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Baseline=あとから比べる基準の走り。1群=同時に変えてよい変数の束。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制御ループへ新しい if を足さない。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H5 は recording_path 指定時。標準 __main__ はメモリ履歴。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  19_Conversation_Coverage_Map.md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論点から正本へ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会話の質問が、どの本文に収まったか。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1.  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同じ論点を、別の章で別の答えにすると壊れる。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論点→正本の対応を1か所に置く。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本文一式。欠損は F または新しい節。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質問 → 19 の表 → 正本章。途中経過は analysis-logs。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収録=どの章にその論点の答えがあるか。欠損=まだ本文に無い問い。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2.  論点と収録先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収録=どの章にその論点の答えがあるか。欠損=まだ本文に無い問い。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表の正本は本文 19。スライドは写さない。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新しい論点は、既存章へ足すか F へ残す。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3.  欠損確認方法  /  4.  Cursor用監査プロンプト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収録=どの章にその論点の答えがあるか。欠損=まだ本文に無い問い。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19 の表に無い問いは、未収録。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監査は 17 の手順で、対象章だけを開く。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A  appendices/A_Variable_Dictionary.md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変数の shape / 単位 /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D7E0E0"/>
                </a:solidFill>
                <a:latin typeface="Noto Sans CJK JP"/>
                <a:ea typeface="Noto Sans CJK JP"/>
                <a:cs typeface="Noto Sans CJK JP"/>
              </a:rPr>
              <a:t>閉ループ変数の横断表。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09360"/>
            <a:ext cx="640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注意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91440" cy="229057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  なぜこの問題があるか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同じ言葉が、別の frame や周期で出てくる。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097280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097280"/>
            <a:ext cx="91440" cy="229057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188720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  何を達成したいか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1554480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記号を1行で固定する。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15868"/>
            <a:ext cx="91440" cy="229057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5A20"/>
                </a:solidFill>
                <a:latin typeface="Noto Sans CJK JP"/>
                <a:ea typeface="Noto Sans CJK JP"/>
                <a:cs typeface="Noto Sans CJK JP"/>
              </a:rPr>
              <a:t>アーキ  どこに置き、何と繋ぐか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02 の矢印が主。各章が詳細。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15868"/>
            <a:ext cx="5632704" cy="22905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15868"/>
            <a:ext cx="91440" cy="2290572"/>
          </a:xfrm>
          <a:prstGeom prst="rect">
            <a:avLst/>
          </a:prstGeom>
          <a:solidFill>
            <a:srgbClr val="B48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3607308"/>
            <a:ext cx="531266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B48A28"/>
                </a:solidFill>
                <a:latin typeface="Noto Sans CJK JP"/>
                <a:ea typeface="Noto Sans CJK JP"/>
                <a:cs typeface="Noto Sans CJK JP"/>
              </a:rPr>
              <a:t>データの流れ  何が入り、何が出るか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73068"/>
            <a:ext cx="5285232" cy="172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変数名 → shape、単位、frame、更新周期、正本章。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shape=数値の並び方。frame=どの向きで測ったか。単位= m や N など。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B_Equation_Index.md  /  数式→正本章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索引=式がどの章にあるか。定義は本文を見る。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式の定義は本文。この索引は所在だけ。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スライドの式も、同じ本文節を指す。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C_Parameter_Index.md  /  調整パラメータ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Optional=標準ではオフのつまみ。Default=最初から入っている値。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config.py と set_weight()。Q は config に無い。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Default / Optional の区別は C と 16 §4。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D_File_Function_Index.md  /  ファイル・関数1行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1行索引=ファイルと関数の短い対応。呼出順は16。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主要 .py の1行説明。呼出順の正本は 16。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E_Corrections_and_Clarifications.md  /  旧誤りの理由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旧誤り=以前の説明で間違っていた文。理由だけここ。正しい文は各本文。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よくある旧誤り: 関節PD必須、MPCが逆相を選ぶ、遊脚GRF等式ゼロ、Q_N が別、実GRFを代入。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理由だけ E。正しい文は各本文。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F_Open_Questions.md  /  未確認・研究残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未確認=公開コードだけでは決められないこと。実験か再照合が要る。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実機重み・遅延、Menagerie との同一性、external wrench フラグが True の理由。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•  実装事実は本文へ戻し、F には未確認だけ残す。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6.  学習経路へ戻る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深掘りの出口は、本文の同じ見出しである。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深掘り  ·  00–19 の Markdown 見出し順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正本=いちばん正しい説明（本文）。閉ループ=出して、結果が戻り、また出す繰り返し。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コード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simulation.py の1ループ。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対象章の .py 1つ。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無効枝は 16 §4。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本文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定義は md。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途中は analysis-logs。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未確認は F。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実験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18 §1–8。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flat を明示。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列は F^{cmd} と λ を分ける。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