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Quadruped-PyMPC  /  Markdown と同じ区切り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最短理解: 速さ指令から12トルクまで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構成は 00_README §6.1 と同じ。
00 → 02 → 03 → 04 → 07 → 09 → 10 → 11。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教育用  /  構成は docs/qpympc-study の見出し順  /  コード: external/Quadruped-PyMPC + gym-quadruped 1.1.5
対象: 四足MPCが初めての大学院生。口頭 60–90 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使い方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スライドの見出しは、Markdown の見出しである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独自の章立てはしない。知らない語は、本文か下部の※を見る。覚えなくてよい。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Markdown=この資料の本文ファイル。※ 略語は初出で日本語にし、下の※でも繰り返す。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今日の順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00 入口。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02 全体の矢印。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03 人が出す速さ。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04 足のリズム。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07/09 未来の押し方。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10 関節を回す力。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11 シミュレータの犬。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各章の先頭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背景: なぜこの問題があるか。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意図: 何を達成したいか。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アーキ: どこに置き、何と繋ぐか。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流れ: 何が入り、何が出るか。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読まない章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01 物体、05 着地点、06 粗い模型は深掘り。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オフの機能の中は 16。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00_README.md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入口。資料群の目的と経路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正本は本文。スライドは口頭。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四足は浮遊胴体で、接触が切り替わる。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フラグが多く、標準の道を見失いやすい。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速度指令から12トルクまでの閉ループを教える。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実装事実・理論・推奨・未確認を分ける。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ノートは docs/qpympc-study。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入口コードは simulation.py → compute_actions。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人の速さ → 足のリズム → 未来の押し方 → 回す力 → シミュレータの犬。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戻りは次の位置と速さ。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記述の区別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916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区分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置き場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実装事実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今のコードにある処理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各本文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理論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実装を説明する式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各本文。索引は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推奨改善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コードに無い案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「推奨改善」と書く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公開コードでは確定できない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6.1  最短理解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今日進む矢印は、この1本だけ。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人が速さだけ言う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目的地ではない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3393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6273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46273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46273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1137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足のリズム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1137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いつ地面にいてよいか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9626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2507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2507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2507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07/09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7371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未来の押し方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7371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今使う力だけ残す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5860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8740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98740" y="1737360"/>
            <a:ext cx="2216505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98740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3604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関節を回す力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3604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12個のトルク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2093" y="236829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24974" y="1737360"/>
            <a:ext cx="2216505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24974" y="1737360"/>
            <a:ext cx="2216505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24974" y="1737360"/>
            <a:ext cx="221650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9838" y="2084831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シミュレータの犬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9838" y="2578608"/>
            <a:ext cx="2106777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次の体が戻る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5661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全体の矢印の正本は 02。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今日の各ページ見出しは、その番号の本文見出しである。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9.  概念図  /  10.  座標系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737360"/>
            <a:ext cx="279806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欲しい速さ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正面 → 地図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345435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1737360"/>
            <a:ext cx="279806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計画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2696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いつ・どこ・どれだけ押す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リズムと押し方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4" y="2345435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1737360"/>
            <a:ext cx="279806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押す力 → 回す力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ニュートン → トルク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0536" y="2345435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1737360"/>
            <a:ext cx="279806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物体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次の位置と速さ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19個と18個の数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4747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地図座標=床に固定。正面座標=ロボットの鼻先。胴体座標=ロボットに張り付いた軸。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5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旋回角（ヨー）だけ残した正面を Heading と呼ぶ。記号の表は付録 A。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02_System_Architecture_and_Dataflow.md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閉ループの境界と実行順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本章が、指令から次周期 Feedback までの正本。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箱の名前だけだと、矢印の単位が崩れる。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同じ「力」でも目標と実力が混ざる。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22段の境界と周期を固定する。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最終確認10問の答えを1か所に置く。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1回のシミュレーション周回。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コントローラ=トルクを計算する側。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 → 今の体 → 足のリズム → 着地点 → 目標 → 押し方 → 回す力 → 切る → 物体を1歩進める。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全体フロー（実行順）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番号は意味。矢印はコード上の前後。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1691640"/>
          <a:ext cx="11430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6823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塊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何をするか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次へ渡すもの（日本語）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指令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人の速さを地図向きへ回す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欲しい前進・旋回の速さ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今の体を読む。速さを少し抑える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今の位置・速さ・足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リズムと足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いつ接地か、次にどこへ足を置くか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接地の表と着地点の候補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未来の押し方を解き、今の1発だけ残す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今使う押す力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実行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押す力を回す力にし、大きさを切る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12個のトルクと次の体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6823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戻り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次の周回で体を読み直す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位置19個・速さ18個。実力は画面用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処理周期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速い時計  秒間500回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物体を1歩進める。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足のリズムを進める。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回す力を出す。1回 0.002 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遅い時計  秒間100回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未来の押し方を解き直す。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5回に1回だけ。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間の4回は直前の押し方。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画面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絵は壁時計で秒間約30回。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実際の地面の力はここだけ。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足の切替には使わない。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03_User_Command_and_Reference_Generation.md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人は目的地ではなく速さを言う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正面の速さと、その場の旋回速さを、地図向きの目標へ翻訳する。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人の「前へ」は地図の北ではない。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行き先の位置へ引っ張ると、速さ指令と喧嘩する。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速さ指令を、計画が読める目標のまとめにする。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速さはシミュレーションが覚える。向きを回す箱がある。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目標のまとめは全身インタフェースが組む。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正面の速さ → 地図の速さ。安全のため少し抑える。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着地点のあと、傾きで回す。水平の行き先目標はゼロ。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Heading=ロボットの正面。World=床に固定した地図座標。Yaw=その場での左旋回。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指令の2経路  /  3.  座標変換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Heading=ロボットの正面。World=床に固定した地図座標。Yaw=その場での左旋回。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024128"/>
            <a:ext cx="3724656" cy="23774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前の出口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キーまたは最初の速さ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8432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8432" y="1024128"/>
            <a:ext cx="3724656" cy="237744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8432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このページ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1584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正面を地図向きへ回す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1104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1104" y="1024128"/>
            <a:ext cx="3724656" cy="237744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1104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次の入口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4256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計画が読む欲しい速さ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057400"/>
            <a:ext cx="11430000" cy="6400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057400"/>
            <a:ext cx="11155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この箱は、正面の速さを受け取り、地図向きの目標まとめを計画へ渡す。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3.  座標変換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正面の速さを、地図座標へ回す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人の「前へ」は、地図の北ではなくロボットの正面である。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計画が使う地図向きへ、同じ速さを翻訳する。行き先の位置は作らない。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_cmd_v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人が言った前後・横の速さ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キーまたは最初の値。単位は m/s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いまどちらを向いているか（旋回角）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物体の今の向き。単位はラジアン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R_z(ψ)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その向きで座標を回す道具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鼻先の「前」を地図の前後へ移す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地図から見た欲しい速さ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次の箱（速さ抑制・着地点）が読む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v=速さ。H=正面。W=地図。ψ=その場の左向き。xy=床の上の位置（目標はゼロのまま）。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Velocity Modulator  /  5.  地形回転と参照状態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Heading=ロボットの正面。World=床に固定した地図座標。Yaw=その場での左旋回。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速さ抑制は標準で入る。滑りやすいとき、欲しい速さを少し小さくする。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着地点を計算するときは、傾きで回す前の水平速さを使う。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傾き（左右・前後）で速さを回すのは、着地点を決めたあと。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欲しい高さは決まった値。床の上の行き先目標はゼロ。速さだけ追う。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04_Gait_Generator_and_Contact_Schedule.md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接地の予定は、MPCより先に決まる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対角歩きのリズムは、押し方の計算が選ぶ答えではない。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4脚を同時につけたままでは速く歩けない。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いつ接地かを押し方の計算に選ばせると、リズムが毎周変わる。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今と、短い未来の「押してよい足」を先に固定する。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リズムを進める箱がある。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1回進めたときの接地フラグは捨て、表を別に切る。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出口は、未来の接地表と、今の4脚の 0/1。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Gait=足の上げ下ろしリズム。Trot=対角の2脚が組。立脚=地面で押してよい足。遊脚=空中の足。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2.  Gaitパラメータ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時計を進め、地面にいる時間の割合より小さければ接地する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いつ押してよいかを、力の計算より先に決める必要がある。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時間だけから接地 0/1 を切り、同じ規則で短い未来の表も作る。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φ_i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その脚が1歩のどのあたりか。0が始まり、1で一周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前の周回の値。最初は脚ごとのずれ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1秒に何歩サイクルか。標準は 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設定ファイル。今日は固定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時計を進める幅。0.002 秒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速い時計（秒間500回）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1歩のうち地面にいる割合。標準 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0.5より大きいので、切替の前後に4脚が重なる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1=押してよい（立脚）、0=空中（遊脚）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押し方の計算はこれを変えられない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i=脚の番号。mod 1=一周したら0に戻す。1( )=中が正しければ1、そうでなければ0。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Trot  /  5.  出力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Gait=足の上げ下ろしリズム。Trot=対角の2脚が組。立脚=地面で押してよい足。遊脚=空中の足。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脚ごとの始まりのずれは、左前0.5・右前1.0・左後1.0・右後0.5。対角が組になる。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地面にいる割合が 0.74 なので、切替の前後に4脚が同時に地面にいる時間がある。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この箱は時刻を受け取り、4脚×未来13列の接地表を次へ渡す。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歩き始め・止まり専用の別リズムは、今日の道には無い。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07_MPC_Formulation.md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既知のリズムのもとで、押し方を最適にする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短い未来を 12 コマ、1コマ 0.02 秒。終わりの罰も途中と同じ。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今の1発だけでは次の接地に間に合わない。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罰の重みが無いと、押す力はいくらでも大きくなる。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体を目標へ寄せ、力を抑え、滑らない範囲に守る。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未来を解く箱がある。重みの数は設定ファイルではなく、重み関数の中。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今の体と目標と接地表を入れる。失敗したら直前の押し方を使い、内部をリセットする。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MPC=未来を予測して今の押し方を決める計算。OCP=その未来何段かを一度に解く問題。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2.  最適化問題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途中と終端で、同じ Q を使う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未来を一度に考え、先頭だけ使う。終端だけ特別な Q_N は無い。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ずれの2乗を足して最小にする。終わりの罰も途中と同じ重み。滑らない円すいの制限はいつも置く。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_o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x_k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コマ k の胴体と足。関節12個は入らない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今測った体から、粗い模型で進める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x_k^ref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そのコマでいてほしい体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指令の章の目標まとめ。床位置の目標はゼロ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u_k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そのコマの足の速さと押す力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この計算が決める。回す力はまだ入らない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体のずれと力の大きさを何倍して罰するか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重み関数の中。設定ファイルには無い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未来を何コマ見るか。12コマ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1コマ 0.02 秒。今使うのは最初の1コマだけ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min=小さくする。k=時刻の番号。ref=目標。|| ||^2=ずれの2乗。Q,R=罰の重み。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Solver  /  9.  Failure/Fallback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MPC=未来を予測して今の押し方を決める計算。OCP=その未来何段かを一度に解く問題。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決める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各脚の目標押し方。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遊脚の足運び（予測）。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胴体の短い未来。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決めない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Trot 位相。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人の目標速さ。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12関節の角度軌道。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失敗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status が 1 または 4。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直前の押し方を使う。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内部を reset する。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09_MPC_Output_and_Receding_Horizon.md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未来全部は実行しない。先頭だけ使う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未来全部は使わない。空中の足の押し方は消す。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未来全部をモータに出せない。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空中の足の押し方が残ると、足が地面を探す。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今の1発の押し方だけ実行へ渡す。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空中の足は押し方を0にする。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押し方を切り出す箱がある。最適解の後半12個が押す力。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今接地している足の押し方だけ残す。次の着地点は予測した足から。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Receding=未来全部は使わず、今の1段だけ使う。マスク=遊脚の押し方を0にして消すこと。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6.  遊脚GRFの3段（正本）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先頭の押し方を切り、今の接地でマスクする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未来を解く問題の中では、空中の足の力も残り得る。実行に漏れると、空中の足が押そうとする。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今接地しているか（0か1）を掛けて消す。5回に1回だけ解き、間は直前の目標押し方を使う。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F^{MPC}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計算が出した、今の押す力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最適解の最初のコマの後半12個。空中の足の分も残り得る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c_{i,0}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今この瞬間、その足は地面にいてよいか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リズムの表の最初の列。1=いてよい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実際に使う目標の押す力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立脚の回す力の入口。空中の足は0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F=押す力（ニュートン）。cmd=実行が使う指令。i=脚。0=今この瞬間。掛け算で0にすると消える。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100 Hzと500 Hz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Receding=未来全部は使わず、今の1段だけ使う。マスク=遊脚の押し方を0にして消すこと。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押し方の計算は秒間100回。回す力と物体は秒間500回。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解かない4回は、直前の押す力と着地点をそのまま使う。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計算が出した足の速さは、空中のモータへ直接は渡さない。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10_Stance_and_Swing_Control.md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同じフラグで、トルクの作り方を切り替える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この箱は、全身を別問題でもう一度最適化する装置ではない。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地面の足は押す仕事。空中の足は次の点へ運ぶ仕事。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目標の押す力を、関節を回す力へ写す。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空中の足は、位置のずれを戻す力で上書きする。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回す力を作る関数がある。切替はリズムが出した今の 0/1。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全脚に先に「押す力→回す力」を書く。空中の足だけ書き換える。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トルク=関節を回す力。Jacobian=関節が動くと足先がどう動くかの割合。PD=ずれに比例して戻す。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3.  立脚制御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押す力を、関節の回転力へ移す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モータは足先ではなく関節にある。同じ式を遊脚に残すと、空中の足が押し続ける。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全脚に先に書き、今空中の足（接地が0）だけ上書きする。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_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今使う目標の押す力。空中は0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前の章の出口。単位はニュートン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J_i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関節が動くと、その足先がどう動くか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今の姿勢から物体が計算する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その脚3つの関節を回す力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そのあと、摩擦などの受動力を引く。単位は N·m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τ（タウ）=回す力。J=足先の動きやすさ。T=転置（行と列を入れ替え）。-=力の向きの符号。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Swing軌道  /  5.  Cartesian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トルク=関節を回す力。Jacobian=関節が動くと足先がどう動くかの割合。PD=ずれに比例して戻す。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空中の足の終点は、押し方計算が出した着地点。始点は足を上げた位置。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位置のずれを戻す力（比例＋微分）は、同じものが2回足される。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関節角の目標は計算するが、標準では物体へ足さない。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早い接地の反射や、関節だけの空中制御は、今日の道ではオフ。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11_Joint_Torque_and_MuJoCo_Closed_Loop.md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最終出力は12トルク。実GRFは代入しない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大きさを切り、指令を並べ、物体を1歩進める。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定格を超える指令は、模型の外の入力になる。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目標の押す力を地面へ直接書くと、物体が嘘をつく。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安全側に切り、時間を1コマ進める。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目標の押す力と、実際の地面の力を分けて測る。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周回のプログラム。切るのは指令を並べる前。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回す力 → 定格の0.9倍で切る → 12個の入れ物へ → 物体を1歩。実際の接触は切替に使わない。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clip=大きすぎる指令を上限で切る。λ（ラムダ）=シミュレータが求めた実際の地面の力。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3.  Saturation  /  4.  MuJoCo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定格の 0.9 倍で切り、1回だけ進める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定格を超える指令はモデル外になる。接触力は Plant が作る。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切るのは指令を並べる前。物体を進める計算は1回だけ。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切る前の、12個の回す力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立脚・遊脚の出口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τ_lim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モータが出せると書いてある上限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物体の説明ファイル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0.9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上限の90%までしか出さない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周回プログラムの実装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q+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今の体の形と、次の体の形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位置の数は19個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clip=はみ出した数を上限へ戻す。q=体の形（位置）。+=1歩あとの値。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目標GRFと実GRF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clip=大きすぎる指令を上限で切る。λ（ラムダ）=シミュレータが求めた実際の地面の力。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9164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誰が作るか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F^{MPC}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未来計算の最初の答え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押したい力。空中の足の分も残り得る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今接地している足だけ残したもの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地面の足を回す力の目標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λ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シミュレータの接触計算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実際に地面が返した力。切替には使わない。画面用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最終確認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口頭で答える。答えは次ページ。正本は 02 §6。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人は目的地と速さのどちらを入力するか。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Trot 位相を決めるのは誰か。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MPC が決めるもの / 決めないものは何か。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立脚トルクと遊脚トルクは、どう作るか。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F^{MPC} と λ の違いは何か。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最終確認（答え）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91640"/>
          <a:ext cx="11430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662939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問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答え（実装事実）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正面の速さと、その場の旋回速さ。行き先ではない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足のリズムの箱が決める。押し方の計算は変えない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未来計算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押す力と足の運び。リズム・行き先・12関節角は決めない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 / 空中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押す力を回す力へ写して先に書き、空中の足だけずれ戻しで上書き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目標の力と実力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計算が欲しい押し方と、シミュレータが接触で作った力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6.2  次は理論理解（深掘り）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残りの Markdown を、見出し順に追う。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速習  ·  00 §6.1 最短理解のファイル順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理論経路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01 物体 → 06 粗い模型。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07 未来の問題 → 08 リズムの入れ方。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09 今の1発 → 10 回す力。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深掘りスライド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00–19 の見出し順。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長い方のパワポ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本文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各章の同じ見出し。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変数の表は付録 A。式の場所は付録 B。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