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docs/legged_control  /  学習ノートのスライド化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legged_control  要約  式を足す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速習と同じ犬とアーキ。各章で式を 1 枚足す。
ファイル名・未確認の全文は md。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要約  /  正本: docs/legged_control  /  コード: external/legged_control@a7f381c  /  a1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モデル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a1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" y="969264"/>
            <a:ext cx="11411712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dog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1338560" cy="4663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浮動6 + 関節12。NMPC 次元は go1 / aliengo も同じ 24/24。変わるのは URDF と高さ。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地図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アーキテクチャ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" y="969264"/>
            <a:ext cx="11411712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1338560" cy="4663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以降は 01→07。新しい分類は増やさない。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 時計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" y="969264"/>
            <a:ext cx="11411712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c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1338560" cy="4663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loop_frequency 500。mpcDesiredFrequency 100。timeHorizon 1.0。sqp.dt 0.015。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x と犬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" y="987552"/>
            <a:ext cx="6382512" cy="4690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state_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024128"/>
            <a:ext cx="6309360" cy="4617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12280" y="1078992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_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188719"/>
            <a:ext cx="4754880" cy="57313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12280" y="2377440"/>
            <a:ext cx="5029200" cy="32461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2450592"/>
            <a:ext cx="479145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式との関係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724912"/>
            <a:ext cx="4791456" cy="2788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v_com 3, L/m 3, p_b 3, ZYX 3, q_j 12。関節順は LF/LH/RF/RH × HAA/HFE/KFE。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rbd 36 は [ZYX, p, q_j, ω, v, dq]。ピンocchioは [p, zyx, q_j]。コードが入れ替える。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u と犬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" y="987552"/>
            <a:ext cx="6382512" cy="4690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input_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024128"/>
            <a:ext cx="6309360" cy="4617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12280" y="1078992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_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188719"/>
            <a:ext cx="4754880" cy="57313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12280" y="2377440"/>
            <a:ext cx="5029200" cy="32461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2450592"/>
            <a:ext cx="479145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式との関係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724912"/>
            <a:ext cx="4791456" cy="2788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GRF は World。②→④ は t:2, x(24,)×2, u(24,)×2。⑦→③ は q12 dq12 IMU 接地4。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currentObservation_.input は推定ではなく evaluatePolicy のあと上書き。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World へ回して 1 秒積分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" y="987552"/>
            <a:ext cx="6382512" cy="4690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cmd_fr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024128"/>
            <a:ext cx="6309360" cy="4617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12280" y="1078992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_p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188719"/>
            <a:ext cx="4754880" cy="57313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12280" y="2377440"/>
            <a:ext cx="5029200" cy="32461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2450592"/>
            <a:ext cx="479145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式との関係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724912"/>
            <a:ext cx="4791456" cy="2788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高さは h_com=0.3。pitch/roll 目標は 0。速度経路だけ x0[0:3]=x1[0:3]=v_W。ゴール経路は運動量 0 のまま。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対応: cmdVelToTargetTrajectories()。T = mpc.timeHorizon。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 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" y="987552"/>
            <a:ext cx="6382512" cy="4690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two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024128"/>
            <a:ext cx="6309360" cy="4617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12280" y="1078992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_tw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188719"/>
            <a:ext cx="4754880" cy="57313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12280" y="2377440"/>
            <a:ext cx="5029200" cy="32461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2450592"/>
            <a:ext cx="479145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式との関係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724912"/>
            <a:ext cx="4791456" cy="2788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流れる量は時刻 2 + 状態 48 + 入力 48。足軌道は無い。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関節は defaultJointState。Gait は②に含まれない。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歩容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種類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" y="969264"/>
            <a:ext cx="11411712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gait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1338560" cy="4663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名前は gait.info。stance / trot はノートが列を持つ。flying_trot の数値列は本repo未照合。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歩容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NMPC と WBC への入り方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" y="969264"/>
            <a:ext cx="11411712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gait_bi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1338560" cy="4663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④: contactFlags(t)。⑤: plannedMode。推定 mode は WBC を駆動しない。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歩容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旗の式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速さだけでは押してよい足が決まらない。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gait 名 → ModeSchedule → ホライズンへ伸ばす。NMPCは選ばない。WBCは今の1点。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名前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NMPC がすること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WBC がすること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stance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4脚に力を許す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4脚で方程式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trot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対角2脚。0.6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今の対角だけ押す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flying_trot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空中区間（列は gait.info）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その瞬間の c に従う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速さ指令は種類を自動変更しない。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内部状態 18、観測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傾きはセンサがある。知りたいのは地図位置と足の地図位置。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外へは p_b, v_b だけを rbd 36 に戻し、24 に組み直す。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_kf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読み方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個数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x̂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推定の内部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18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相対位置・速さ・高さ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遊脚のプロセスノイズは 100 倍。視覚 odom は任意。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予測と更新を犬に載せる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" y="987552"/>
            <a:ext cx="6382512" cy="4690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kal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024128"/>
            <a:ext cx="6309360" cy="4617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12280" y="1078992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_k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188719"/>
            <a:ext cx="4754880" cy="57313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12280" y="2377440"/>
            <a:ext cx="5029200" cy="32461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2450592"/>
            <a:ext cx="479145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式との関係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724912"/>
            <a:ext cx="4791456" cy="2788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積分だけだと漂う。接地足が止まっていれば相対位置が観測。標準 Kalman。空中の足は信用しない。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computeCentroidalStateFromRbdModel は OCS2側。未照合。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OCP と未来の犬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" y="987552"/>
            <a:ext cx="6382512" cy="4690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nmpc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024128"/>
            <a:ext cx="6309360" cy="4617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12280" y="1078992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_oc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188719"/>
            <a:ext cx="4754880" cy="57313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12280" y="2377440"/>
            <a:ext cx="5029200" cy="32461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2450592"/>
            <a:ext cx="479145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式との関係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724912"/>
            <a:ext cx="4791456" cy="2788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多重射撃 SQP + HPIPM。dt=0.015、反復 1。トルクは決定変数にしない。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既定 FullCentroidal（type=0）。SRBD は設定にあるが既定ではない。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コストと制約の要約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遊脚: 力 0、上下は短い曲線。立脚: 速度≈0、摩擦軟制約 μ=0.3。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地形高さは 0。自己衝突 0.05 m。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_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名前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いつ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何をするか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ZeroForce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遊脚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f_c=0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ZeroVelocity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立脚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足速さ≈0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FrictionCone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立脚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滑らない側へ罰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R の足速度ブロックは J^T R J で関節速さへ写す。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trot の時間割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" y="969264"/>
            <a:ext cx="11411712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gait_tr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1338560" cy="4663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LF_RH → RF_LH。0.3 s。NMPC は逆相を回答できない。WBC は plannedMode だけ見る。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今の犬で運動方程式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" y="987552"/>
            <a:ext cx="6382512" cy="4690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wbc_e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024128"/>
            <a:ext cx="6309360" cy="4617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12280" y="1078992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_e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188719"/>
            <a:ext cx="4754880" cy="57313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12280" y="2377440"/>
            <a:ext cx="5029200" cy="32461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2450592"/>
            <a:ext cx="479145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式との関係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724912"/>
            <a:ext cx="4791456" cy="2788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等式は壊さない。遊脚は押さず、目標足へ加速する。トルク上限 33.5 N·m。摩擦ピラミッド μ=0.3。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重み swing 100 / base 1 / force 0.01。失敗時のフォールバックは無い。S は関節だけ選ぶ。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ハイブリッド指令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" y="987552"/>
            <a:ext cx="6382512" cy="4690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joints_t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024128"/>
            <a:ext cx="6309360" cy="4617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12280" y="1078992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_ta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188719"/>
            <a:ext cx="4754880" cy="57313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12280" y="2377440"/>
            <a:ext cx="5029200" cy="32461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2450592"/>
            <a:ext cx="479145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式との関係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724912"/>
            <a:ext cx="4791456" cy="2788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5 数: q*, dq*, Kp=0, Kd=3, ff=τ。全体 60。実機は LowCmd。sim は同じ式を 9 ms 遅らせる。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未接続時、実機は Kd=3 だけが残る。SafetyChecker は roll が ±π/2 で停止。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閉じる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速習と同じアーキ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" y="969264"/>
            <a:ext cx="11411712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1338560" cy="4663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正本は md。このデッキは要約。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