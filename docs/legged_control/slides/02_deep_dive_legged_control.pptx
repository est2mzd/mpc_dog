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docs/legged_control  /  学習ノートのスライド化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legged_control 学習ノート  じっくり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同じ章立て。図を先に置き、表・式・ファイルはノートと同じ中身で残す。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正本: docs/legged_control  /  コード: external/legged_control@a7f381c  /  既定ロボット: 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legged_control 理論・コード学習ガイド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ノート 00_README.md と同じ見出し。略語は各ページ下部の※で説明する。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§1 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このノートが対象にする閉ループ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qiayuanliao/legged_control を、理論とコードの両面から読むための学習ノートである。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対象は、ユーザー速度指令と Gait 指令から、目標軌道、状態推定、Centroidal NMPC、WBC、関節ハイブリッド指令、Gazebo / 実機モータまでの閉ループ全体である。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Gait: 足の接地時間割（stance / trot など）。NMPC: 非線形モデル予測制御。WBC: 全身制御（今の瞬間の二次計画）。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Centroidal: 重心まわりに縮約した運動量。ハイブリッド指令: 目標角・目標速さ・位置ゲイン・速度ゲイン・トルクの5つ。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閉ループ: 指令→計算→モータ→センサ→また計算、の一周。  ※ Gazebo: 物理シミュレータ。実機の代わりに同じ指令インタフェースで動かす。  ※ stance: 四脚接地して立つ歩容。trot: 対角2脚ずつ接地して歩く歩容。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§2 対象コード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照合したコミットと、この workspace に無いもの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43000"/>
          <a:ext cx="1152144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65967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項目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legged_control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https://github.com/qiayuanliao/legged_control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照合コミット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a7f381c0367e98e31c01336e678eef47e304d40d（2025-02-13, master）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既定ロボット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ROBOT_TYPE=a1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 repo 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OCS2、pinocchio、ros-control、Unitree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未照合（OCS2側）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LeggedRobotDynamicsAD、GaitReceiver、GaitSchedule 内部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5967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作者注記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新規開発停止。後継は legged_perceptive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OCS2: ETHの最適制御ライブラリ。NMPCの本体。このworkspaceにソースは無い。  ※ pinocchio: ロボットの質量・運動学を計算するライブラリ。  ※ ros-control: ROSの制御器プラグイン枠。  ※ SDK: メーカ提供の実機通信一式。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§3 最初に理解する一本の経路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概念図。型・単位・frame の正本は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349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10515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12978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① 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12978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cmd_vel /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5129783" cy="4663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 Twist 4  または  位置 Pose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240280"/>
            <a:ext cx="5349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40280"/>
            <a:ext cx="82296" cy="10515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2276856"/>
            <a:ext cx="512978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② 目標軌道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2459736"/>
            <a:ext cx="512978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TargetTrajectories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2770632"/>
            <a:ext cx="5129783" cy="4663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状態 24 × 2点（今と 1.0 s 先）。入力列はゼロ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429000"/>
            <a:ext cx="5349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82296" cy="10972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" y="3465576"/>
            <a:ext cx="512978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③ 状態推定  500 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" y="3648456"/>
            <a:ext cx="512978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Kalman → rbd 36 → x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3959352"/>
            <a:ext cx="5129783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IMU姿勢と関節はそのまま。並進位置・速さだけ推定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051560"/>
            <a:ext cx="5532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051560"/>
            <a:ext cx="82296" cy="86868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1088136"/>
            <a:ext cx="53126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Gait 指令（並列）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1271016"/>
            <a:ext cx="5312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ModeSchedule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1581912"/>
            <a:ext cx="5312664" cy="2834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接地の時刻表。胴体目標とは別蛇口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057400"/>
            <a:ext cx="5532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057400"/>
            <a:ext cx="82296" cy="1143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2093976"/>
            <a:ext cx="53126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④ NMPC  100 Hz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2276856"/>
            <a:ext cx="5312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初期状態 x 24 で未来 1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587752"/>
            <a:ext cx="5312664" cy="557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出るのは今の 1点: x* 24, u* 24, mode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337560"/>
            <a:ext cx="5532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337560"/>
            <a:ext cx="82296" cy="105156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3374136"/>
            <a:ext cx="53126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⑤ WBC  500 Hz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3557015"/>
            <a:ext cx="531266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tau = 解の末尾 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3867911"/>
            <a:ext cx="5312664" cy="4663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③ の rbd 36 も読む。内部は 42 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48056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480560"/>
            <a:ext cx="82296" cy="1005840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517136"/>
            <a:ext cx="24323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⑥ ハイブリッド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4700016"/>
            <a:ext cx="24323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q*, dq*, Kp=0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5010912"/>
            <a:ext cx="2432304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Kd=3, ff=tau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48056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4480560"/>
            <a:ext cx="82296" cy="1005840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0304" y="4517136"/>
            <a:ext cx="24780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⑦ モータ / Gazebo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0304" y="4700016"/>
            <a:ext cx="2478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12 関節を回す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0304" y="5010912"/>
            <a:ext cx="2478024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センサは ③ へ戻る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205740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32461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24688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2743200"/>
            <a:ext cx="914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24×2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37033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3977639"/>
            <a:ext cx="1005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x 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1874519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182880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ModeSchedule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31546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3127248"/>
            <a:ext cx="2926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x* 24  u* 24  mode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315968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左列①②③は指令と推定。右列④⑤⑥⑦は計画と実行。Gaitは右上から④へ入る別経路。⑦のセンサは③へ戻る。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§3 続き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Gait は胴体目標軌道と独立である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12801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4498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0.0 – 0.3 s    mode LF_RH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449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左前 + 右後 が接地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5449824" cy="6949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右前と左後は空中（力 0）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51560"/>
            <a:ext cx="5623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82296" cy="12801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088136"/>
            <a:ext cx="5404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0.3 – 0.6 s    mode RF_LH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271016"/>
            <a:ext cx="5404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右前 + 左後 が接地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581912"/>
            <a:ext cx="5404104" cy="6949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左前と右後は空中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11521440" cy="228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4688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4688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0.3 s  切替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468880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0.6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2926080"/>
            <a:ext cx="11521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926080"/>
            <a:ext cx="82296" cy="137160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96265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NMPC は mode を選ばない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" y="314553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GaitReceiver が ModeSchedule を渡す。初期は STANCE（四脚接地）だけ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3456432"/>
            <a:ext cx="11301984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plannedMode（計画）が WBC の接地旗。推定の observation.mode とは別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434840"/>
            <a:ext cx="11521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434840"/>
            <a:ext cx="82296" cy="10972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447141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README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465429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THE GAIT AND THE GOAL ARE COMPLETELY DIFFERENT AND SEPARATED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4965192"/>
            <a:ext cx="1130198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①② の胴体目標と、この時間割は別入力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ModeSchedule: いつ、どの足が地面についてよいかの時刻表。  ※ 前ページの右上「Gait指令」がこの時間割を④へ渡す。①②は触らない。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§4 推奨学習順序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スライドもこの順。飛ばさない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754880"/>
                <a:gridCol w="5943600"/>
              </a:tblGrid>
              <a:tr h="577215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章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ファイル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01_Packages_and_Control_Loop.md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パッケージ、起動プロセス、500 Hz / 100 Hz、update() 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02_System_Architecture_and_Dataflow.md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Q1。境界の型・単位・配列サイズ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03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03_User_Command_and_Reference.md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①② 指令と2点軌道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04_State_Estimation.md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③ 線形Kalman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05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05_NMPC.md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④ と Gait 結合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06_WBC.md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⑤ WeightedWbc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07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07_Joint_Control_and_Hardware.md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 ⑥⑦ ハイブリッド指令とHW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Q1/Q2: 会話で聞いた整理の番号。Q1=データの流れとサイズ、Q2=各箱の背景・式。  ※ Kalman: センサのノイズをならして位置・速さを推定するフィルタ。  ※ WeightedWbc: 既定の全身制御。一つの二次計画で重み付きに解く。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§5 記述上の区別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各章で混同しない4区分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27340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2734056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307592"/>
            <a:ext cx="24597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実装事実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65960"/>
            <a:ext cx="245973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現行コードに存在する処理。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1143000"/>
            <a:ext cx="27340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143000"/>
            <a:ext cx="2734056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307592"/>
            <a:ext cx="24597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理論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965960"/>
            <a:ext cx="245973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実装を説明する数式。OCS2本体は「OCS2側」と書く。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143000"/>
            <a:ext cx="27340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143000"/>
            <a:ext cx="2734056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07592"/>
            <a:ext cx="24597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推奨改善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45973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現行コードには無い、より明示的にする案。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143000"/>
            <a:ext cx="27340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143000"/>
            <a:ext cx="2734056" cy="73152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1307592"/>
            <a:ext cx="24597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未実装 / 未確認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1965960"/>
            <a:ext cx="245973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標準経路に無い機能、または OCS2 ソース未照合。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OCS2側: 式や関数がOCS2の中にあり、このリポジトリのファイルでは中身を追えない、という意味。推測で断定しない。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§6 座標系と記号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以降の式はこの定義を使う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097280"/>
          <a:ext cx="115214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77824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意味（このノートでの使い方）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(W) / (B)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世界座標（地図/odom）と、胴体に固定した座標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ZYX Euler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向きの3角。ψ=ヨー（旋回）、θ=ピッチ（前後傾）、φ=ロール（左右傾）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関節順（制御）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LF左前, LH左後, RF右前, RH右後。各脚 HAA股開閉, HFE股前後, KFE膝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接触添字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4本の足の番号。OCS2コメントは LF, RF, LH, RH の順のことがある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 ∈ R^24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NMPCが見る「今の形」。勢い6 + 位置向き6 + 関節12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 ∈ R^24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NMPCが決める入力。地面反力12 + 関節速度12。トルクは入らない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x_rbd ∈ R^36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推定が出す剛体状態。向き・位置・関節と、それぞれの速さ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x_wbc ∈ R^42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WBC内部の未知数。加速度18 + 地面反力12 + トルク12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odom: ロボットが積算した地図座標。  ※ ∈ R^n: 実数がn個並んだベクトル。  ※ 地面反力: 足が地面を押す力（英語GRF）。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§7 重要な結論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ノート本文の箇条書きをそのまま置く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標準入力は目的地ではなく /cmd_vel の胴体速度である。/move_base_simple/goal は別経路。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目標軌道は未来全体の密な軌道ではなく、現在と timeHorizon=1.0 s 先の 2点 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NMPC状態は「胴体12 + 関節12」ではなく、正規化centroidal運動量6 + 胴体姿勢6 + 関節12である。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NMPCは100 Hzスレッド、WBCと関節指令は500 Hz。WBCは最新policyを現在時刻で評価した1点だけを使う。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既定WBCは階層QPではなく WeightedWbc（単一QP）。HierarchicalWbc は実装されているが未配線。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モータ指令は τ_WBC を feedforward、位置ゲイン Kp=0、速度ゲイン Kd=3 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Gait位相はNMPCが選ばない。legged_robot_gait_command が ModeSchedule として与える。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/cmd_vel: 前後・横・上下・旋回の速さ4つを運ぶROSトピック。  ※ timeHorizon: 予測する未来の長さ（1秒）。  ※ policy: NMPCが今持っている未来の解の束。  ※ QP: 二次計画。等式・不等式の下で二次の罰を最小化。  ※ feedforward: 測ったズレではなく、計算済みの力をそのまま足すこと。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§8 Cursor運用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ノートの運用ルール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最初に 00、02、01 を読み、その後に調査対象の章だけを足す。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コードとノートが食い違ったら、コミットを記録してノートを更新する。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変数の完全一覧は appendices/A_Variable_Dictionary.md。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変数辞書: 記号・単位・配列位置を一覧した付録。式のたびにここへ戻ってよい。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パッケージと制御ループ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01_Packages_and_Control_Loop.md。どの箱が何のソフトで、何Hzで動くか。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中核と2つの周期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legged_control は ros-control の LeggedController を中核に、指令生成ノード、OCS2 NMPC、線形Kalman推定、WBC、ハイブリッド関節指令を組み合わせる。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実機は 500 Hz のハードウェアループ、NMPCは別スレッド 100 Hz 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パッケージの役割と周期は本章が正本。境界データの型は 02。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ノード: ROSで動く1プロセス。  ※ 線形Kalman: 加速度で予測し、接地足の位置で直す推定。姿勢はIMUを信じる。  ※ 別スレッド: 同じプログラム内の、もう一つの時計。NMPCだけ遅く回す。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§2 パッケージ対応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このリポジトリでの主要ファイル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657600"/>
                <a:gridCol w="5212080"/>
              </a:tblGrid>
              <a:tr h="513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パッケージ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役割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主要ファイル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legged_controllers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制御器プラグイン、目標軌道ノード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LeggedController.cpp, TargetTrajectoriesPublisher.cpp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OCS2の最適制御問題を組み立てる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LeggedInterface.cpp、制約・コスト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legged_estimation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状態推定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LinearKalmanFilter.cpp, StateEstimateBase.cpp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legged_wbc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全身の二次計画（今のトルク）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WeightedWbc.cpp, WbcBase.cpp, HierarchicalWbc.cpp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legged_hw / unitree_hw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実機ループ / 実機への通信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LeggedHWLoop.cpp, UnitreeHW.cpp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legged_gazebo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Gazebo上の同一HWインタフェース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LeggedHWSim.cpp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legged_common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HybridJointHandle、接地センサ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HybridJointInterface.h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OCS2（外部）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SQP-NMPC、Gait、重心まわりの運動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本 repo にソース無し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OCP: 最適制御問題。未来の入力列を探す問題の組み立て。  ※ SQP: 非線形問題を、短い二次計画の列として解く。  ※ UDP: 実機との短い通信。  ※ プラグイン: ros-control が読み込む制御器本体。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§3 起動時に立つプロセス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load_controller.launch が同時起動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プロセス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パッケージ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役割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controller_manager load .../legged_controller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controller_manager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プラグインをロード。startは別サービス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legged_robot_gait_command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ocs2_legged_robot_ros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端末から gait 名を送り ModeSchedule を更新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legged_robot_target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legged_controllers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 と /move_base_simple/goal を TargetTrajectories に変換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297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ゲームパッドは任意。joy_teleop.launch が /cmd_vel を出す。軸は joy.yaml。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launch: ROSの起動ファイル。複数プロセスを一度に立ち上げる。  ※ TargetTrajectories: 時刻と目標状態の列。ここでは2点だけ。  ※ gait 名: 端末に打つ stance / trot などの文字列。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§4 2つの周期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ハードウェア / WBC と NMPC スレッド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09728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926080"/>
                <a:gridCol w="4846320"/>
              </a:tblGrid>
              <a:tr h="5130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項目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根拠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loop_frequency（実機）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legged_unitree_hw/config/a1.yaml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LeggedController::update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同じ 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controller_manager_-&gt;update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状態推定 / WBC / 関節指令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update() の先頭と末尾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Gazebo 指令遅延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delay 0.009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gazebo 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mpc.timeHorizon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 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task.info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mpc.mpcDesiredFrequency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task.info。advanceMpc()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sqp.dt / sqpIteration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0.015 s / 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時間の刻み。1周期にSQPを1回だけ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予測段数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1.0/0.015 ≈ 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1秒を15 msで切った点数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timeHorizon: 何秒先まで考えるか。  ※ advanceMpc(): NMPCスレッドが未来の解を更新する関数。  ※ 射撃間隔: 予測を何秒おきに区切るか（sqp.dt）。  ※ RTI: リアルタイム反復。毎回1回だけ改善して次へ進むやり方。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§4 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速い時計と遅い時計。同じ閉ループの二つの速さ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448056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4498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速い時計  500 Hz（2 ms）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449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⑦ read → ③ → ④の1点 → ⑤ → ⑥ → ⑦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51560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82296" cy="4480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088136"/>
            <a:ext cx="5404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遅い時計  100 Hz（10 ms）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271016"/>
            <a:ext cx="5404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advanceMpc() が未来 1 s の束を更新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96596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  関節・IMU・接地を読む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2  Kalman で rbd 36 と x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3  最新 policy を t, x で補間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4  WBC。Jacobian は毎回実測で作り直す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4612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5  τ12 + q*12 + dq*12 を書く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6616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NMPC が止まっても前回の束を使う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観測 x 24 を初期値にする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参照は ② の 24×2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0604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ModeSchedule で接地を切る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2608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SQP 1 回。約 67 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できた policy を共有する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500 Hz 側が読む。4 回は同じ束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1480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切れ目: 層を増やさない。遅い束の「今」だけが速い時計へ渡る。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500 Hz: 推定・WBC・モータ。  ※ 100 Hz: 未来1秒の最適化。  ※ 切れ目: 速い側は束の全部ではなく「今」の1点だけを使う。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§4.2 続き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WBCは最新policyを現在時刻で補間する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setupMrt() が別 std::thread を立て、mpcDesiredFrequency_ で mpcMrtInterface_-&gt;advanceMpc() を呼ぶ。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WBC側は毎周期 updatePolicy() のあと evaluatePolicy(t, x)。NMPCが遅れても前回policyを使い続ける。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mpc.mrtDesiredFrequency は task.info 上 1000 Hz だが、コメントが Useless。通常ループの周期には使わない。初期policy待ちの sleep にだけ使う。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対応: LeggedController.cpp の setupMrt(), update()。設定は task.info の mpc と sqp。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policy: NMPCが共有メモリに置いた、今使える未来の解。  ※ evaluatePolicy(t,x): その束から、今の時刻tと今の状態xに合う1点を切り出す。  ※ 補間: 隣り合う予測点のあいだを直線で読む。  ※ task.info: a1の重み・周期・ノイズを書いた設定ファイル。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§5 LeggedController::update の呼出順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実装事実としての1周期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09728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023360"/>
                <a:gridCol w="6675120"/>
              </a:tblGrid>
              <a:tr h="577215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順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処理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結果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updateStateEstimation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measuredRbdState_ (36)、currentObservation_.state (24)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mpcMrtInterface_-&gt;setCurrentObservation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NMPCへ今の観測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3–4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updatePolicy / evaluatePolicy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optimizedState (24)、optimizedInput (24)、plannedMode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wbc_-&gt;update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 (42)。torque = x.tail(12)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SafetyChecker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失敗なら stopRequest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12関節へ setCommand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q*, dq*, Kp=0, Kd=3, 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8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visualization と publish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今の観測を②へも送る（legged_robot_mpc_observation）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(36)/(24): 剛体状態36個と、NMPC用に組み直した状態24個。  ※ plannedMode: 今この瞬間、計画上どの足が接地か。  ※ tail(12): 42個の解の末尾12=トルクだけを取る。  ※ q*/dq*: 目標の関節角と関節速さ。  ※ publish: ROSトピックへ出す。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§6–7 コントローラとロボット差分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両方とも WBC は WeightedWbc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プラグイン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用途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legged/LeggedController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KalmanFilterEstimate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実機と通常sim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legged/LeggedCheaterController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FromTopicStateEstimate（/ground_truth/state）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sim専用。READMEは実機禁止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HierarchicalWbc はソースにあるが init() から呼ばれない。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ROBOT_TYPE で a1 / go1 / aliengo。NMPC次元は同じ24/24。変わるのはURDF、comHeight、初期関節、トルク上限。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comHeight: a1, go1 は 0.3 m、aliengo は 0.4 m。以降の数値例は a1。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Cheater: シミュレータの正解位置をそのまま読む推定。実機には正解が無いので禁止。  ※ HierarchicalWbc: 優先度つき全身制御。コードはあるが起動しない。  ※ URDF: ロボットのリンク・関節・質量の記述。  ※ comHeight: 目標の重心高さ。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全体データフロー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02_System_Architecture_and_Dataflow.md。箱のあいだを流れる配列の長さと単位。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標準経路を一文で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ユーザーが胴体速度（または2Dゴール）を指令し、2点のcentroidal目標軌道を作る。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線形Kalmanが現在剛体状態を推定し、OCS2 SQP-NMPCが未来の運動量・姿勢・関節・地面反力を最適化する。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WeightedWbc が現在瞬間の q̈, Fc, τ を解き、12関節へハイブリッド指令を出す閉ループである。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型・単位・frame・配列サイズ付きの境界契約は本章が正本。各ブロックの式は 03 以降。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2Dゴール: RVizで地図上の1点を指定する経路。速さ指令とは別。  ※ SQP-NMPC: 逐次二次計画で解く非線形予測制御。  ※ q̈: 加速度。Fc: 地面反力。τ: トルク。  ※ 境界契約: 箱のあいだで渡す配列の長さ・単位・座標系。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§2 指令経路（イベント）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Gait は胴体指令と並列。箱はノートと同じ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96012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2669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2669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ゲームパッド / キーボード / RViz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5266944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 4  または  ゴール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19456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194560"/>
            <a:ext cx="82296" cy="109728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2231136"/>
            <a:ext cx="23865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① /cmd_vel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2414015"/>
            <a:ext cx="23865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Twist 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2724912"/>
            <a:ext cx="238658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vx, vy, vz, 旋回速さ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2194560"/>
            <a:ext cx="2697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2194560"/>
            <a:ext cx="82296" cy="109728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231136"/>
            <a:ext cx="24780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①'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2414015"/>
            <a:ext cx="2478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Pose → 内部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2724912"/>
            <a:ext cx="247802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xyzw 位置 + ZYX 向き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474720"/>
            <a:ext cx="5486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474720"/>
            <a:ext cx="82296" cy="109728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3511296"/>
            <a:ext cx="52669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② TargetTrajectoriesPublisher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3694176"/>
            <a:ext cx="52669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今と 1 s 先の 2 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" y="4005072"/>
            <a:ext cx="526694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t:2   x:(24,)×2   u:(24,)×2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05156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051560"/>
            <a:ext cx="82296" cy="96012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1088136"/>
            <a:ext cx="52212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人（別入力）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1271016"/>
            <a:ext cx="52212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端末に gait 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1581912"/>
            <a:ext cx="5221224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例 trot: 2 mode / 0.6 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1945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194560"/>
            <a:ext cx="82296" cy="109728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2231136"/>
            <a:ext cx="52212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GaitReceiver / GaitSchedule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2414015"/>
            <a:ext cx="52212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ModeSequenceTemplate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2724912"/>
            <a:ext cx="522122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接地の順番 + switchingTimes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47472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474720"/>
            <a:ext cx="82296" cy="109728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7104" y="3511296"/>
            <a:ext cx="52212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ModeSchedule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3694176"/>
            <a:ext cx="52212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eventTimes + mode 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4005072"/>
            <a:ext cx="522122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④ の接地制約がこれを読む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26080" y="470916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6080" y="4709160"/>
            <a:ext cx="82296" cy="8686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72384" y="4745736"/>
            <a:ext cx="60899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④ SqpMpc + MPC_MRT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72384" y="4928616"/>
            <a:ext cx="60899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100 Hz スレッド。② の 2 点と ModeSchedule を両方受ける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1993392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3273552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1993392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3273552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45262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5262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左が胴体（速さまたはゴール）。右が歩容。④で初めて合流する。  ※ TargetTrajectories: 時刻2 + 状態24×2 + 入力24×2。  ※ SqpMpc: OCS2の逐次二次計画ソルバ。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§2 制御閉ループ（500 Hz）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NMPCは100 Hzのpolicyを読む。箱はノートと同じ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2194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82296" cy="1554480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1088136"/>
            <a:ext cx="1975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⑦ センサ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3" y="1271016"/>
            <a:ext cx="1975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関節 q,dq  各12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" y="1581912"/>
            <a:ext cx="1975104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IMU quat4 ω3 a3
接地 bool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051560"/>
            <a:ext cx="2286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1051560"/>
            <a:ext cx="82296" cy="15544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3784" y="1088136"/>
            <a:ext cx="206654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③ Kalman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784" y="1271016"/>
            <a:ext cx="20665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rbdState (36,)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784" y="1581912"/>
            <a:ext cx="2066543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→ x (24,) と mode
姿勢・関節は生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1051560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1051560"/>
            <a:ext cx="82296" cy="15544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1088136"/>
            <a:ext cx="211226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④ 今の 1 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1271016"/>
            <a:ext cx="211226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evaluatePolicy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1581912"/>
            <a:ext cx="2112263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x* 24  u* 24
plannedMode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051560"/>
            <a:ext cx="2103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051560"/>
            <a:ext cx="82296" cy="155448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1088136"/>
            <a:ext cx="188366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⑤ WBC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704" y="1271016"/>
            <a:ext cx="188366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内部 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1581912"/>
            <a:ext cx="1883663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出すのは τ 12
③ の 36 も使う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1051560"/>
            <a:ext cx="1783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1051560"/>
            <a:ext cx="82296" cy="1554480"/>
          </a:xfrm>
          <a:prstGeom prst="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0424" y="1088136"/>
            <a:ext cx="1563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⑥⑦ 指令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0424" y="1271016"/>
            <a:ext cx="15636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setCommand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0424" y="1581912"/>
            <a:ext cx="1563624" cy="969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q* dq* Kp=0
Kd=3 ff=τ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5728" y="16459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16459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16459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164592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88920"/>
            <a:ext cx="11612880" cy="2286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697480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戻り: ⑦ が次周期の q, dq, IMU, 接地を読む。④ は observation (24+24) を ② へも出す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108960"/>
            <a:ext cx="374903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108960"/>
            <a:ext cx="82296" cy="123444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3145536"/>
            <a:ext cx="3529583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③ → ⑤ のもう一本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3" y="3328415"/>
            <a:ext cx="352958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rbd 36 を WBC 計測へ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3" y="3639312"/>
            <a:ext cx="3529583" cy="6492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NMPC用 24 とは別形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310896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3108960"/>
            <a:ext cx="82296" cy="12344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52544" y="3145536"/>
            <a:ext cx="36210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⑥ の 5 つ × 12 関節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52544" y="3328415"/>
            <a:ext cx="3621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q*  dq*  Kp  Kd  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52544" y="3639312"/>
            <a:ext cx="3621024" cy="6492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全体 60 個。Kp は 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3108960"/>
            <a:ext cx="3611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3108960"/>
            <a:ext cx="82296" cy="12344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3145536"/>
            <a:ext cx="33924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植物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5904" y="3328415"/>
            <a:ext cx="33924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浮動ベース 6 + 関節 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4" y="3639312"/>
            <a:ext cx="3392424" cy="6492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制御が書くのは関節 12 だけ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56616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356616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evaluatePolicy: 遅い束から「今」を1点切り出す。  ※ quat/ω/a: 向き4数・角速度・加速度。  ※ 植物: 制御されるロボット側。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§3 境界ごとのデータ契約（指令側）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shape / 単位 / 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1097280"/>
          <a:ext cx="1179576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017520"/>
                <a:gridCol w="3840480"/>
                <a:gridCol w="2011680"/>
              </a:tblGrid>
              <a:tr h="46177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上流 → 下流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出力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shape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周期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 → ①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 Twist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linear 3 + angular.z = 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イベント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RViz → ①'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/move_base_simple/goal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Pose → 内部 (6,)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イベント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gait_command → 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 template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mode列 + switchingTimes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イベント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② → 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TargetTrajectories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t:2, x (24,)×2, u (24,)×2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 ごと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⑦ → ③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関節・IMU・接地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q12, dq12, quat4, ω3, a3, contact4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③ → ④⑤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rbdState_ /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(36,) と (24,)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④ → 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evaluatePolicy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x*24, u*24, plannedMode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Hzで読む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 → 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qpSol の末尾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tau (12,) N·m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⑥ → 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setCommand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関節あたり5、全体60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イベント: 人が打ったときだけ動く（周期ループではない）。  ※ N·m: トルクの単位。  ※ switchingTimes: 歩容が次の接地へ移る時刻。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§4 4本のベクトル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同じ「今」でも、箱ごとに形が違う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14173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x  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1097280"/>
            <a:ext cx="1203579" cy="7772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097280"/>
            <a:ext cx="1203579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勢い v_com 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4675" y="1097280"/>
            <a:ext cx="1203579" cy="7772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4675" y="1097280"/>
            <a:ext cx="1203579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勢い L/m 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4830" y="1097280"/>
            <a:ext cx="1203579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4830" y="1097280"/>
            <a:ext cx="1203579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位置 p_b 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4985" y="1097280"/>
            <a:ext cx="1203579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4985" y="1097280"/>
            <a:ext cx="1203579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向き ψθφ 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5140" y="1097280"/>
            <a:ext cx="4924044" cy="7772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5140" y="1097280"/>
            <a:ext cx="4924044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 q_j 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011680"/>
            <a:ext cx="14173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u  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2011680"/>
            <a:ext cx="4924044" cy="77724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2011680"/>
            <a:ext cx="4924044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地面反力 f_c  12（トルクは無い）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5140" y="2011680"/>
            <a:ext cx="4924044" cy="7772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5140" y="2011680"/>
            <a:ext cx="4924044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関節速さ v_j 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926080"/>
            <a:ext cx="14173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rbd  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2926080"/>
            <a:ext cx="790193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4519" y="2926080"/>
            <a:ext cx="79019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ZYX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1290" y="2926080"/>
            <a:ext cx="790193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01290" y="2926080"/>
            <a:ext cx="79019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位置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8060" y="2926080"/>
            <a:ext cx="3270503" cy="7772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8060" y="2926080"/>
            <a:ext cx="327050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関節角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5140" y="2926080"/>
            <a:ext cx="790193" cy="7772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5140" y="2926080"/>
            <a:ext cx="79019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ω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61910" y="2926080"/>
            <a:ext cx="790193" cy="7772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1910" y="2926080"/>
            <a:ext cx="79019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並進速さ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88680" y="2926080"/>
            <a:ext cx="3270503" cy="77724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8680" y="2926080"/>
            <a:ext cx="327050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関節速さ 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840480"/>
            <a:ext cx="14173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wbc  42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3840480"/>
            <a:ext cx="4215383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3840480"/>
            <a:ext cx="421538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加速度 q̈  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79" y="3840480"/>
            <a:ext cx="2798063" cy="77724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79" y="3840480"/>
            <a:ext cx="279806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地面反力  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19" y="3840480"/>
            <a:ext cx="2798063" cy="77724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19" y="3840480"/>
            <a:ext cx="2798063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トルク τ  12  ← 外へ出すのはここだけ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754880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x は NMPC 用。rbd は推定の生。wbc は⑤の内部。同じ「今」でも形が違う。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帯の幅は個数に比例。  ※ x は④用、rbd は③の生、wbc は⑤の内部。外へ出る矢印は τ12 だけ。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§4.1 NMPC状態 x (24,)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task.info の initialState コメントが正本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09728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index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意味（覚える用）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単位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0:3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v_com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胴体がどの速さで並進したいか（質量で割った運動量）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m/s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3:6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L/m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胴体がどの速さで回転したいか（角運動量/質量）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m²/s 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6:9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p_b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地図上の胴体位置 x,y,z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m（世界）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(ψ,θ,φ)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旋回・前後傾・左右傾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12:24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q_j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12関節の今の角度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rad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index 0:3 は「0,1,2の3個」。Pythonと同じ半開区間。  ※ CoM: 質量中心。  ※ 正規化: 質量で割って、速度と同じ単位にしたもの。  ※ initialState: 起動時の目標姿勢が書いてある設定。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§4.2–4.4 入力・剛体・WBC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u 24、x_rbd 36、x_wbc 42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640080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ベクトル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index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 (24,)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0:12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4脚が地面を押す力 f_c（各足3方向）。単位 N、世界座標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 (24,)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12関節を動かす速さ v_j。rad/s。トルクはここには無い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x_rbd (36,)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0:3 / 3:6 / 6:18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向きZYX、胴体位置、関節角12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x_rbd (36,)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18:21 / 21:24 / 24:36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世界の角速度、世界の並進速さ、関節速さ12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x_wbc (42,)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0:18 / 18:30 / 30:42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加速度18、地面反力12、トルク12。外へ出すのはトルクだけ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ω: 角速度。  ※ N: 力の単位ニュートン。  ※ 観測の input: 推定は作らず、evaluatePolicy のあと NMPC入力で上書きする。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§5 実行周期の関係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500 Hz が今を切り、100 Hz が束を更新する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448056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4498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速い時計  500 Hz（2 ms）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449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⑦ read → ③ → ④の1点 → ⑤ → ⑥ → ⑦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51560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82296" cy="4480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088136"/>
            <a:ext cx="5404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遅い時計  100 Hz（10 ms）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271016"/>
            <a:ext cx="5404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advanceMpc() が未来 1 s の束を更新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96596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  関節・IMU・接地を読む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2  Kalman で rbd 36 と x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3  最新 policy を t, x で補間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4  WBC。Jacobian は毎回実測で作り直す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4612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5  τ12 + q*12 + dq*12 を書く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6616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NMPC が止まっても前回の束を使う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観測 x 24 を初期値にする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参照は ② の 24×2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0604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ModeSchedule で接地を切る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2608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SQP 1 回。約 67 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できた policy を共有する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500 Hz 側が読む。4 回は同じ束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1480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切れ目: 層を増やさない。遅い束の「今」だけが速い時計へ渡る。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policy: NMPCが置いた未来の解の束。  ※ 100 Hzのあいだ、500 Hz側は同じ束を新しい t と x で4回読む。Jacobianは毎回実測。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§6–7 元スケッチから直した点 / 標準に無いもの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実装事実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指令は3速度ではなく Twist の4成分（linear.z も含む）。NMPCは胴体12ではなく24。WBC出力の内部は42。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Gaitを並列パスとして持つ。目標軌道は2点の線形補間。cmd_vel 経路だけ head(3) に速度指令を入れる。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推定はNMPCの前段というより、500 Hzループの先頭である。低レベルは Kp=0, Kd=3 固定。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標準に無い: 障害物回避ローカルプランナ、地形マップ、NMPCによるGait自動選択、HierarchicalWbc の配線、setSurfaceNormalInWorld。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Twistの4成分: 前後・横・上下・旋回。上下はゲームパッドからは出ないが、コードは読む。  ※ setSurfaceNormalInWorld: 斜面の法線を摩擦錐に入れる関数。未実装で例外。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ユーザー指令と目標軌道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03_User_Command_and_Reference.md。速さ4つを、1秒先までの2点目標にする。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人は速さを与える。軌道は2点。Gaitは触らない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ユーザーは「今どこにいるべきか」ではなく、「どの速さで胴体を動かしたいか」、または「odom上の1点へ行きたいか」を与える。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TargetTrajectoriesPublisher は最新のNMPC観測を基準に、現在と最大1秒先の 2点 のcentroidal状態を作り、OCS2 RosReferenceManager へ送る。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Gaitはこのノードでは触らない。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odom: ロボットが自分で積算した地図。  ※ RosReferenceManager: OCS2が目標軌道を受け取る窓口。  ※ centroidal状態: 勢い6+位置向き6+関節12の24個。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§3.6 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前進 0.5 m/s。ノートの2点を図にする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21488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49926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点 0    t = 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49926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x0（24 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4992624" cy="1563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 (0.5, 0, 0)
位置 (0, 0, 0.3)
向き 0、関節は立位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051560"/>
            <a:ext cx="51663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051560"/>
            <a:ext cx="82296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088136"/>
            <a:ext cx="49469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点 1    t = 今 + 1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1271016"/>
            <a:ext cx="49469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x1（24 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581912"/>
            <a:ext cx="4946904" cy="1563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 (0.5, 0, 0) 同じ
位置 (0.5, 0, 0.3)
向き・関節は同じ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92024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194560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直線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383280"/>
            <a:ext cx="11521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383280"/>
            <a:ext cx="82296" cy="210312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41985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NMPC が見る x_ref(t)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" y="360273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あいだは線形補間。速さ欄が同じなので参照速さは一定。位置だけが進む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" y="3913632"/>
            <a:ext cx="11301984" cy="151790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密な足軌道は無い。入力 24×2 はゼロ（コスト側が体重分担に置き換える）。流れる量は 98 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これが②の出口。④はこれを直線で読む。足の振りは⑤と④の制約側。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§2.1–2.2 背景と目的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ブロック①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四足のモデルベース歩行では、MPCへ生のジョイスティックを渡さず、まず胴体の参照軌道にする。MIT Cheetah系も ANYmal/OCS2系もこの分離を使う。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本実装は OCS2 の TargetTrajectories に合わせ、速度指令とゴール指令を同じ2点軌道へ正規化する。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目的: 前進・横歩き・旋回を x_ref(t) の種にする。指令ノードはモータを直接駆動しない。ゴールと速度は別callback、同じ publisher。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x_ref(t): 時刻tで「こうなっていてほしい」状態。  ※ callback: メッセージが来たときに走る関数。  ※ publisher: その軌道をNMPC側へ出す側。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§2.3 入力経路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実装事実として3経路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143000"/>
          <a:ext cx="11704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経路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トピック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中間ベクトル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shape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cmdVel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(4,) = [vx, vy, vz, ψ̇]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ゴール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/move_base_simple/goal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cmdGoal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(6,) = [px, py, pz, ψ, θ, φ]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観測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legged_robot_mpc_observation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latestObservation_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state (24,), input (24,), time, mode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latestObservation_.time == 0 のあいだは両方の指令を捨てる。最初のobservationまで軌道は更新されない。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前進 0.5 m/s だけ欲しいとき cmdVel = [0.5, 0, 0, 0]^T。元スケッチの3成分では linear.z が落ちる。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ψ̇: 旋回の速さ（ヨーレート）。  ※ observation: NMPCが見ている今の状態・入力・時刻・接地番号。  ※ time==0: まだ一回も観測が来ていない印。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§2.3 続き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joy.yaml と対応コード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軸1 → linear.x scale 1.0。軸2 → linear.y scale 0.8。軸0 → angular.z scale π。deadman ボタン 4。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linear.z はゲームパッドからは出ないが、cmdVelCallback は msg-&gt;linear.z を読む。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対応: TargetTrajectoriesPublisher.h コンストラクタ、TargetTrajectoriesPublisher.cpp の main()、config/joy.yaml。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deadman: 押しているあいだだけ指令を出す安全ボタン。  ※ linear.z: 上下速度。パッドからは0のまま。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§3.1–3.2 ブロック② 背景と目的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密な足軌道はここには無い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NMPCのコストは ||x − x_ref||_Q^2。参照が無いと、その場の姿勢維持と入力正則化しか持たない。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OCS2は TargetTrajectories（時刻列 + 状態列 + 入力列）を線形補間する。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本ノードは未来の密な軌道計画をしない。現在姿勢から指令速度を一定時間積分した終端ポーズを1点足すだけ。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高さ・roll・pitchは設定値へ固定。関節参照は defaultJointState。遊脚軌道はここには無い。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||x−x_ref||_Q^2: 目標からのズレを、重みQで罰する。大きいQほど強く寄せる。  ※ 正則化: 入力を無駄に大きくしないための罰。  ※ 遊脚: 地面から離れている足。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§3.3 速度経路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指令並進を現在ZYXでWorldへ回す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人の並進3成分は指令frame。NMPCの位置はWorld。yaw速度 ψ̇_cmd は回転しない。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現在ポーズ p_cur = x[6:12] を観測から取り、R_ZYX で回す。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vx,vy,vz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人が言った前後・横・上下の速さ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① /cmd_vel の並進3つ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ψ,θ,φ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今の旋回・前後傾・左右傾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観測 x の向き（index 9:12）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R_ZYX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その向きで座標を回す行列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鼻先の「前」を地図のxyへ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v_W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地図から見た目標の速さ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あとで x の先頭3に書く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World / (W): 地図座標。指令frameの「前」とは違う。  ※ yaw速度は回さない: 旋回指令はそのまま積分する。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§3.3 速度経路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積分時間は mpc.timeHorizon = 1.0 s。高さは設定値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v_{W,z} は位置 p_z には使わない。θ^+=0、φ^+=0。a1 では h_com=0.3 m。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始点ポーズは現在xy/yaw、高さは h_com。関節は両方とも DEFAULT_JOINT_STATE。運動量6はいったんゼロ。入力列はゼロ（コスト側が重力補償に置き換える）。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値 / 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何秒先まで積分するか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 s（NMPCの予測時間と同じ）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p^+, ψ^+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1秒後の水平位置と旋回角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今の位置 + 速さ×T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h_com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目標の胴体高さ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a1 は 0.3 m。上下速度では動かさない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x0, 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今と1秒後の目標状態（各24個）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速度経路では先頭3を両方 v_W にする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DEFAULT_JOINT_STATE: 立っているときの12関節角。足の振り軌道はここには無い。  ※ 入力列ゼロ: コスト側が体重を支える力に置き換える。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§3.5 NMPCが見る軌道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区間内は線形補間。速度指令時、参照CoM速度は一定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x0, x1 の先頭3は同じ v_W なので、参照CoM速度は区間内で一定。位置参照だけが直線に進む。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流れるデータは時刻2 + 状態 24×2 + 入力 24×2 = 98 scalar（時刻を除けば96）。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_le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例（原点、前へ0.5 m/s）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x_ref(t)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時刻tの目標状態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2点を直線で結んだもの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x0 / t0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今の目標 / 今の時刻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速さ(0.5,0,0)、位置(0,0,0.3)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x1 / t1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1秒後の目標 / 今+1秒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速さ同じ、位置(0.5,0,0.3)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流れる量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時刻2 + 状態24×2 + 入力24×2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98個（時刻除くと96）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線形補間: あいだの時刻は、2点を割合で混ぜるだけ。細かい足軌道は作らない。  ※ CoM速度一定: 両端の速さ欄が同じなので、参照の速さは区間内で変わらない。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§3.4 ゴール経路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位置追従。運動量はゼロのまま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goalCallback は Pose を odom へ TF し、quaternion を eulerAngles(0,1,2) で ZYX に分解する。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目標xyとyawをゴールから使う。zは COM_HEIGHT、pitch/rollは0。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到達時刻は並進距離 / targetDisplacementVelocity と |Δψ| / targetRotationVelocity の大きい方。a1は 0.5 m/s と 1.57 rad/s。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状態先頭6（運動量）はゼロのまま。対応: goalToTargetTrajectories(), estimateTimeToTarget()。上限は reference.info。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TF: 座標系の変換（ゴールをodomへ）。  ※ quaternion: 向きの4数。ZYXの3角へ分解する。  ※ COM_HEIGHT: 設定の目標高さ。ゴールのzは使わない。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§3.7 / §4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Gaitはこのブロックに含まれない。種類は別蛇口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097280"/>
          <a:ext cx="115214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760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人が選ぶもの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④ NMPC 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 WBC 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 / ゴール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/cmd_vel または goal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x_ref（犬 2 匹）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直接は入らない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四脚接地。初期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4脚に力を許す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4脚で方程式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trot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対角、0.6 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LF_RH / RF_LH で制約切替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plannedMode の対角だけ押す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flying_trot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空中区間がある名前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gait.info の列（未照合）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その瞬間の c に従う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load_controller.launch は別に legged_robot_gait_command を起動する。速さ指令は種類を切り替えない。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 は mode を最適化しない。WBC は歩容を切り替えない。同じ接地旗 c を、計画はホライズン全体、実行は今の1点で読む。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4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2点軌道、高さ固定。推奨改善: 指令とGaitを1ノードにまとめる案はREADME自身が書いている。現行は分離。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modeSequence: 接地の順番（例 LF_RH → RF_LH）。  ※ plannedMode: 今の計画 mode。WBCの接地旗。推定の observation.mode とは別。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状態推定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04_State_Estimation.md。測れない胴体位置を、接地足とIMUから復元する。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並進だけKalman。姿勢と関節はセンサをそのまま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実機経路の推定は、IMU姿勢と関節角をそのまま使い、胴体並進位置・速度だけを線形Kalmanで復元する。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出力は剛体状態 (36,) であり、コントローラがcentroidal状態 (24,) へ変換してNMPCへ渡す。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Cheater経路は /ground_truth/state を読むだけで、実機禁止である。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IMU: 傾き（姿勢）と加速度のセンサ。位置は測れない。  ※ 線形Kalman: 予測と観測を直線の式でつなぐ推定。  ※ Cheater / ground_truth: シミュレータが知っている正解。実機には無い。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§2–3 背景と目的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Flayols et al., Humanoids 2017 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浮動ベースには胴体xyzの絶対エンコーダが無い。IMUは姿勢と加速度、モータは関節角、足力センサは接地の有無。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接地足が世界に対して滑らないという仮定で、相対足位置から胴体位置を観測する。クラスは KalmanFilterEstimate。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視覚オドメトリ /tracking_camera/odom/sample が来たときだけ位置を上書きする任意経路がある。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目的: NMPCの x(t0)=x0、WBCがPinocchioに渡す q,v、yawの連続化、接地フラグを observation.mode にする。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浮動ベース: 胴体が空中に浮いており、位置を直接駆動するモータが無い。  ※ 視覚オドメトリ: カメラで地図位置を測る任意入力。  ※ Pinocchio: 質量・足位置を計算するライブラリ。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§4 センサ入力とサイズ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updateStateEstimation() がHWハンドルから読む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信号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shape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単位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出典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関節位置 / 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(12,) / (12,)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rad / rad/s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HybridJointHandle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(4,) 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無次元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ContactSensorHandle。実機は footForce&gt;40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IMU姿勢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quat (4,)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係数順 x,y,z,w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ImuSensorHandle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IMU角速度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(3,)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rad/s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同上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IMU並進加速度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(3,)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m/s² 胴体座標。重力を含む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同上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Handle: ros-control が公開する読み書き口。  ※ quat x,y,z,w: 向きの4数。係数の順番に注意。  ※ footForce&gt;40: 足力センサが40を超えたら「接地」とみなす（a1）。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§5 剛体状態の組み立て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姿勢と関節はフィルタしない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StateEstimateBase が rbdState_ (36,) を埋める。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updateJointStates: index 6:18 に q_j、24:36 に q̇_j。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updateImu: quat → ZYX（zyxOffset_ を引く）、局所ωをglobalへ。index 0:3 にZYX、18:21 にglobal 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KalmanFilterEstimate::update が位置と並進速度を決め、updateLinear が 3:6 と 21:24 に書く。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フィルタ対象は胴体並進と足位置だけ。対応: StateEstimateBase.cpp、LinearKalmanFilter.cpp。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q_j / q̇_j: 関節角と関節速さ。  ※ zyxOffset_: 起動時のヨーずれを引く補正。  ※ global ω: 胴体座標の角速度を世界座標へ回したもの。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§6.1 線形Kalman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状態18、観測28。接触数 nc=4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y ∈ R^28 は 4足の相対位置・相対速度と高さ4。p_s ≈ −p_ee（zに footRadius=0.02 m）。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出力として剛体状態へ戻すのは p_b と v_b だけである。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f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x̂ (18)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推定の内部状態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胴体位置3 + 速さ3 + 足位置12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p_b, v_b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胴体の地図位置と速さ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外へ出すのはこの6個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各足の地図位置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接地中は世界に固定、と仮定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y (28)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観測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4足の相対位置12 + 相対速さ12 + 高さ4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p_s ≈ −p_ee: 胴体原点から見た足位置の符号反転。足半径 0.02 m をzに足す。  ※ 遊脚ノイズ100倍: 「この足は世界に止まっていない」とフィルタに伝える。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§6.2–6.3 予測と更新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加速度で予測し、接地足の相対位置で直す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A は位置←位置+速度Δt、速度はそのまま、足位置は固定。B は (1/2 Δt², Δt, 0)。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観測は p_b−p_f≈p_s、v_b≈v_s、p_{f,z}≈h。標準Kalman更新を密行列のLUで解く。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a_B / a_W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胴体座標 / 地図座標の加速度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IMUを向きで回し、重力を足す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1周期の長さ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0.002 s（500 Hz）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足から見た胴体の相対位置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関節角から計算できる観測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連立方程式の解き方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標準Kalman更新の中で使う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予測: 加速度を積分して位置・速さを先に進める。  ※ 更新: 接地足が滑らないなら、相対位置が位置の観測になる。空中の足は信用しない。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§7–8 centroidal変換とCheater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24への変換はOCS2側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x = computeCentroidalStateFromRbdModel(x_rbd) ∈ R^24。CentroidalModelRbdConversions（本repo外）。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そのあと state(9) = yawLast + shortest_angular_distance(...) でyawを連続化。mode は stanceLeg2ModeNumber(contactFlag)。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FromTopicStateEstimate は /ground_truth/state の pose/twist を rbdState_ へ直書き。関節は直前の updateJointStates が残る。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並進だけKF。姿勢はIMU。接地は閾値bool。出力36→24。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未確認: computeCentroidalStateFromRbdModel の運動量定義の係数はOCS2ソース未照合。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yaw連続化: ±π をまたいでも差が跳ねないよう、短い角距離でつなぐ。  ※ mode: 今どの足が接地かの番号。  ※ KF: Kalmanフィルタの略。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§6.4 / §9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視覚オドメトリは任意。境界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/tracking_camera/odom/sample が来ると topicUpdated_ が立ち、updateFromTopic() が xHat_ の胴体位置と足位置をTF経由で上書きする。トピックが無ければこの枝は動かない。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理論: 接地足ゼロ速度・既知半径の線形観測。推奨改善: 遊脚ノイズ倍率100はマジックナンバー。接触力連続値を使っていない。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マジックナンバー: 根拠が設定に出てこない決め打ちの数。  ※ 接触力連続値: 足力の大きさそのもの。今は閾値で真偽だけ使う。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NMPC（非線形モデル予測制御）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05_NMPC.md  /  ④ と Gait 結合。未来1秒を最適化し、トルクは出さない。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状態24・入力24。WBCへ渡すのは1点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NMPCはOCS2 SqpMpc で、centroidalダイナミクスの最適制御を多重射撃SQPとして解く。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状態24・入力24、ホライズン1.0 s、離散刻み15 ms、SQP反復1回、別スレッド100 Hz。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WBCへ渡すのは evaluatePolicy が現在時刻で取り出した 1点 の x*, u* と mode。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ダイナミクス本体 LeggedRobotDynamicsAD はOCS2側。本repoが組み立てるのはコスト、制約、参照、ソルバ設定。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多重射撃: 未来を何点かに区切り、各点で方程式をつなぐ解き方。  ※ ホライズン: 予測する未来の長さ。  ※ x*/u*: 最適だとして出た状態と入力。  ※ AD: 自動微分。偏微分を人手で書かない。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§2–3 背景と目的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FullCentroidal が既定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Sleiman et al., RAL 2021 と Grandia et al. の枠。ocs2_legged_robot 経由で使い、URDF・重み・摩擦・自己衝突を LeggedInterface に置く。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既定 centroidalModelType=0 の FullCentroidalDynamics。関節運動がcentroidal運動量へ与える影響を残す。SRBD（type=1）は設定にあるが a1/go1/aliengo の既定は0。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ホライズン上で同時に決める: 目標2点に沿う運動量とポーズ、立脚GRF / 遊脚ゼロ力、関節速度、gaitの接地スケジュール、摩擦錐と自己衝突。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12関節トルクはNMPCの決定変数ではない。トルクはWBCが現在瞬間に解く。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FullCentroidal: 関節の動きが重心の勢いに与える影響を残したモデル。  ※ SRBD: 単一剛体近似。脚の慣性を落とす。既定ではない。  ※ GRF: 地面反力。  ※ URDF: ロボットの形状と質量の記述。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§4 最適制御問題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READMEの式を、本repoが渡す中身で具体化する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転写は multiple shooting SQP + HPIPM。sqp.dt=0.015、反復1。x0 は currentObservation_.state。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対応: LeggedInterface::setupOptimalControlProblem()、LeggedController::setupMpc() の SqpMpc。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未来の状態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勢い6+位置向き6+関節12 = 24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未来の入力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地面反力12+関節速さ12 = 24。トルクは無い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ℓ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途中の罰（コスト）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目標から外れるほど大きい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状態がどう進むかのモデル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OCS2側。未照合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今の状態（初期値）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③が出した24個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min: 罰が一番小さくなる入力列を探す。  ※ s.t.: subject to（次の式を満たせ）。  ※ HPIPM: SQPの内側で二次計画を解くライブラリ。  ※ dt=0.015: 15 msごとの区切り。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§4.1–4.2 状態・入力とコスト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入力参照は軌道のゼロではなく、接地脚への重力補償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uNominal = weightCompensatingInput(info, contactFlags)。立脚数で mg を分け、遊脚力は0（OCS2側、未確認の分配）。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a1で大きい Q: 位置 xx,yy=1000、高さ1500、yaw 100、roll/pitch 300、水平速度15。関節 2.5–5。R の足速度ブロックは J_b^T R_task J_b で関節速度へ写す。GRFは 10^{-3}。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l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h_com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重心まわりの勢い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並進3+回転3。質量で割ってある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q_b / q_j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胴体の位置向き / 関節角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 + 12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f_c / v_j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地面反力 / 関節速さ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 + 12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状態ズレと入力ズレの重み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大きいほど強く寄せる対角行列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u_wc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体重を接地足で分けた入力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空中の足は0。OCS2側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重力補償: 立っているだけで「押すな」と罰しないよう、mgを接地足へ分配した目標入力。  ※ J_b: 足速度と関節速度をつなぐ行列。Rの足速度ブロックを関節側へ写す。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§4.3 制約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脚ごとに contactFlags(t)[i] で active が切り替わる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1097280"/>
          <a:ext cx="117957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名前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種類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active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式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次元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ZeroForce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等式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遊脚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f_c,i = 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ZeroVelocity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等式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足並進速度≈0。positionErrorGain=0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NormalVelocity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等式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遊脚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ż = ż_sw(t)。gain非ゼロなら z も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FrictionCone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軟制約（既定）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μ(Fz+Fg)−√(Fx²+Fy²+ε)≥0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selfCollision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状態軟制約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常時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リンク対距離 ≥ 0.05 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ペア数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074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μ=0.3。useHardFrictionConeConstraint は既定 false。setSurfaceNormalInWorld は未実装で例外。世界鉛直錐。地形高さは 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立脚: 地面についている足。遊脚: 空中の足。  ※ 軟制約: 破ると罰は増えるが、解は続ける。硬制約は破ると失敗。  ※ μ: 摩擦係数。小さいと滑りやすいとみなす。  ※ ε: ゼロ割を避ける小さな数。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§4.3 続き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遊脚zは SwingTrajectoryPlanner の spline CPG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097280"/>
          <a:ext cx="1152144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41248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a1設定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liftOffVelocity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0.05 m/s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touchDownVelocity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−0.1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swingHeight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0.08 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swingTimeScale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0.15 s（短いswingは高さ縮小）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地形高さ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modifyReferences は 0 を渡す。不整地の真の標高は使わない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CPG / spline: 足を上げて下ろす高さを、短い曲線で作る。  ※ liftOff / touchDown: 離地・接地のときの上下速さ。  ※ swingHeight: 空中での上げ幅 8 cm。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§5 Receding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WBCが見るのはこの瞬間の24+24+modeだけ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NMPCスレッドは advanceMpc() でホライズン全体を解く。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制御スレッド: setCurrentObservation → updatePolicy → evaluatePolicy(t, x, ...) → currentObservation.input = optimizedInput。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useFeedbackPolicy=false。評価はフィードバックゲインではなく軌道の補間。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未来のGRF列はvisualizationには出るが、トルク計算には使わない。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 horizon: 毎回「今から1秒」を解き直し、使った分を捨てて窓をずらす。  ※ useFeedbackPolicy=false: 状態フィードバックゲインは使わず、軌道を読むだけ。  ※ visualization: 画面表示用。制御の矢印には乗らない。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§6 Gait結合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NMPCはmodeを最適化しない。trot の時間割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12801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54498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0.0 – 0.3 s    mode LF_RH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5449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左前 + 右後 が接地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5449824" cy="6949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右前と左後は空中（力 0）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51560"/>
            <a:ext cx="5623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82296" cy="12801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088136"/>
            <a:ext cx="54041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0.3 – 0.6 s    mode RF_LH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271016"/>
            <a:ext cx="54041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右前 + 左後 が接地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581912"/>
            <a:ext cx="5404104" cy="6949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左前と右後は空中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11521440" cy="2286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4688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4688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0.3 s  切替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468880"/>
            <a:ext cx="1371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0.6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2926080"/>
            <a:ext cx="11521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926080"/>
            <a:ext cx="82296" cy="137160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296265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NMPC は mode を選ばない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" y="314553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GaitReceiver が ModeSchedule を渡す。初期は STANCE（四脚接地）だけ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3456432"/>
            <a:ext cx="11301984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plannedMode（計画）が WBC の接地旗。推定の observation.mode とは別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434840"/>
            <a:ext cx="11521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434840"/>
            <a:ext cx="82296" cy="10972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4471416"/>
            <a:ext cx="1130198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README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4654296"/>
            <a:ext cx="113019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THE GAIT AND THE GOAL ARE COMPLETELY DIFFERENT AND SEPARATED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4965192"/>
            <a:ext cx="11301984" cy="51206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①② の胴体目標と、この時間割は別入力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GaitReceiver が ModeSchedule を更新（OCS2側）。  ※ plannedMode が WBC の接地旗。推定の observation.mode とは別。  ※ 初期は STANCE（四脚）。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§6 続き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種類の選択が、NMPC の制約と WBC の旗になる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097280"/>
          <a:ext cx="11521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人が打つ名前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④ NMPC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 WBC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stance（初期）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四脚接地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4脚に力・摩擦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4脚で運動方程式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trot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対角。0.3 s 交代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LF_RH / RF_LH で ZeroForce 切替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今の対角だけ押す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flying_trot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空中区間がある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gait.info の列（本repo未照合）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その瞬間の c に従う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605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速さ指令は種類を自動変更しない。NMPC は trot の逆相を回答できない。WBC は歩容を切り替えない。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 c を、計画はホライズン全体、実行は evaluatePolicy の今の 1 点（plannedMode）で読む。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ZeroForce: 遊脚の力を 0 にする等式。  ※ contactFlag_: WBC が「この足は押してよい」と見る旗。計画 mode が駆動する。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§7–8 初期化と境界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starting() と未確認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starting() は推定1回のあと、現在状態の1点軌道を参照に入れ、initialPolicyReceived() まで advanceMpc() を回す。その後 mpcRunning_=true で100 Hzスレッドが動き出す。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状態24入力24、SQP 1回、100 Hz、摩擦は軟制約、地形高さ0、既定はFullCentroidal。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未確認: f(x,u) の成分式、HPIPMのQPサイズ、weightCompensatingInput の正確な分配。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未実装: 接触時刻の同時最適化、知覚地形、硬摩擦の既定利用。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starting(): 制御器が走り始めるときの初期化。  ※ 知覚地形: 地図の高さを制約に入れること。後継 legged_perceptive 側。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WBC（全身制御）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06_WBC.md  /  ⑤。今の瞬間の二次計画。出力はトルク12。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既定は WeightedWbc。出力は末尾12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既定WBCは WeightedWbc。NMPCが出した目標状態・入力と、推定した剛体状態を入力に、現在瞬間のQPをqpOASESで解く。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接地旗は推定ではなく NMPC の plannedMode（人が選んだ gait の今の1点）。WBC は stance / trot を切り替えない。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決定変数は42次元で、コントローラが使うのは末尾12の関節トルクだけである。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HierarchicalWbc は実装済みだが LeggedController::init は呼ばない。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qpOASES: 二次計画を解くライブラリ。  ※ 決定変数: ソルバが探す未知数。ここでは加速度・地面反力・トルク。  ※ init: 起動時の配線。ここで WeightedWbc だけが作られる。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§2–3 背景と目的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READMEの「strict hierarchy」は未配線側の説明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クラス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解法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既定?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WeightedWbc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ハード制約 + 重み付き最小二乗。単一QP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はい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HierarchicalWbc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HoQp で null-space 階層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いいえ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383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Centroidal NMPCは慣性の縮約モデル。実機は関節トルク、摩擦、遊脚加速度、トルク飽和を同時に満たす必要がある。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今だけ両立する: 運動方程式、トルク上限と摩擦、立脚加速度ゼロ、NMPCの胴体加速度とGRFへの近さ、遊脚PD。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NMPCのGRFは目標。WBCの Fc は必要ならずらし、その結果の τ を出す。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ハード制約: 必ず満たす式。破ったらその解は捨てる。  ※ null-space 階層: 上の優先度を守ったまま、残った自由度で下を解く。  ※ トルク飽和: モータが出せる上限。  ※ PD: 位置ズレに比例、速さズレに比例のフィードバック。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§4 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入るもの3つ。中で42。出るのはトルク12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82296" cy="2194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088136"/>
            <a:ext cx="33467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入  ④ の今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1271016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x* 24  と  u*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581912"/>
            <a:ext cx="3346704" cy="16093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desired 状態と押し方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38328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383280"/>
            <a:ext cx="82296" cy="2011680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3419856"/>
            <a:ext cx="33467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入  ③ の今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3602736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rbd 36  と 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3913632"/>
            <a:ext cx="3346704" cy="1426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今の姿勢で方程式を書く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1051560"/>
            <a:ext cx="3840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1051560"/>
            <a:ext cx="82296" cy="4343400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6824" y="1088136"/>
            <a:ext cx="362102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⑤ WeightedWbc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1271016"/>
            <a:ext cx="36210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未知数 42 = q̈18 + Fc12 + τ12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1581912"/>
            <a:ext cx="3621024" cy="3758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硬制約: 運動方程式・摩擦・トルク上限・接地足は滑らない
コスト: 遊脚PD ≫ 胴体加速度 ≫ 地面反力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051560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1051560"/>
            <a:ext cx="82296" cy="43434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1088136"/>
            <a:ext cx="334670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出  ⑥ 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1271016"/>
            <a:ext cx="334670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τ = 末尾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1581912"/>
            <a:ext cx="3346704" cy="3758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q̈ と Fc は内部解。指令には乗らない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2191" y="20116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2191" y="411480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2926080"/>
            <a:ext cx="329184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重み a1: 遊脚100、胴体1、地面反力0.01。NMPCの力は目標で、ずらしてよい。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§4 決定変数と入出力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18+12+12=42。下流は τ だけ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向き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名前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shape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由来 / 使用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stateDesired / inputDesired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(24,) / (24,)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 optimizedState / Input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rbdStateMeasured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(36,)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mode / period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scalar / 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plannedMode。ベース加速度タスクの差分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qpSol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(42,)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全体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torque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(12,)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末尾12だけを指令のトルク（ff）にする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period: 制御周期。ベース加速度タスクで、前回との差分から加速度を作る。  ※ ff: feedforward。測ったズレではなく、計算済みトルクをそのまま足す欄。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§5 計測側と参照側の運動学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Pinocchioの配置順が rbdState と違う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updateMeasured は推定 q,v で質量行列 M、非線形項 nle、足Jacobian J と J̇ を取る。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ピンocchioの配置は [p(3), zyx(3), q_j(12)]。rbdState の [zyx, p, q_j] とは順序が違う。コードが入れ替える。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updateDesired はNMPC状態から望ましい q,v を出し、centroidal運動量行列を更新する。遊脚タスクの望む足位置は、このFKから取る。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M: 今の質量行列（動かしにくさ）。  ※ nle: 重力など、今わかっている力。  ※ J / J̇: 足位置の変わり方とその時間変化。  ※ FK: 関節角から足の位置・速さを計算すること。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§6.1 浮動ベース運動方程式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硬制約。18等式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S は関節選択（浮動6列が0、関節12が単位）。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トルク上限は a1 で各関節 33.5 N·m。±τ_lim の不等式24。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o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 / タスク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何を強制するか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M, q̈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質量行列と加速度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胴体6+関節12の加速度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F_c, 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地面反力とトルク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未知数。外へ出すのはτ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関節だけを選ぶ行列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浮動6列は0、関節12は1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立脚ゼロ運動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接地足は滑らない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足の並進加速度=0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摩擦ピラミッド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円錐を直線5本で内側から近似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Fz≥0 かつ |Fx|,|Fy| ≤ μ Fz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nle: 重力・コリオリなど、今計算できる力。右辺へ移す。  ※ n_st: 今接地している足の本数。  ※ μ=0.3: NMPCの軟制約と同じ値。形は円錐ではなく線形ピラミッド。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§6.5 遊脚PD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コスト。a1 は kp=350、kd=37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p*,v* はNMPC望ましいFK、p,v は実測FK。モータの位置ばねとは別。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ベース加速度追従（コスト6）は、NMPC関節速度の差分から q̈_b* を復元する。接触力追従は F_c = u*[0:12]。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p, v / p*, v*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今の足 / 欲しい足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実測FK と NMPC姿勢のFK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kp, 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位置ばねと速さダンパ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350 と 37。モータのKp=0とは別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swingLeg 重み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一番強い望み。空中の足を運ぶ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baseAccel 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胴体加速度をNMPCに寄せる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contactForce 重み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地面反力は弱く追う。ずらしてよい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このPDはWBCの中のコスト。モータへ出す位置ばね（Kp）とは別物。  ※ 重みが小さい接触力: NMPCの力は目標であり、方程式が厳しければずらす。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§7 WeightedWbc のQP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失敗時のフォールバックは無い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硬制約（EoM・トルク・摩擦・立脚ゼロ運動・遊脚ゼロ力）を qpOASES の lbA ≤ A x ≤ ubA に積む。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コストは遊脚・ベース加速度・接触力の加重和。nWsr=20、options.setToMPC()。getPrimalSolution をそのまま返す。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trot（立脚2・遊脚2）の目安: EoM 18 + 遊脚ゼロ力6 + 立脚ゼロ運動6 + トルク箱24 + 摩擦10 = 64行、変数42。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EoM: 運動方程式（Equations of Motion）。  ※ lbA≤Ax≤ubA: 等式も不等式も、上下限つきの一本の行列に積む書き方。  ※ nWsr: 内部反復の上限。  ※ フォールバック無し: 解けなくても前回トルクへ戻さない。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§8–10 HierarchicalWbc・安全・境界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優先度は未配線側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HierarchicalWbc の優先度: 0=EoM+トルク+摩擦+立脚ゼロ運動、1=ベース加速度+遊脚、2=接触力追従。HoQp が上位の null space で下位を解く。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LeggedController は std::make_shared&lt;WeightedWbc&gt;(...) 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SafetyChecker は観測ポーズの roll（getBasePose の index 5）が ±π/2 を超えたら失敗し、コントローラを止める。ピッチもトルクも見ない。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加重QP、42変数、出力τ12、μ=0.3ピラミッド。理論（README図）は階層WBC。推奨改善: 失敗時の前回トルク保持、README表記の揃え。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HoQp: 階層二次計画の実装クラス。  ※ roll: 左右傾。±90°を超えたら倒れたとみなして止める。  ※ 未配線: ファイルはあるが、起動コードから呼ばれない。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関節制御とハードウェア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07_Joint_Control_and_Hardware.md。トルクをモータへ出し、センサを③へ返す。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§1 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Kp=0、Kd=3、ff=τ_WBC。12関節同じゲイン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低レベルは関節空間のハイブリッド指令である。WBCトルクを feedforward にし、位置ゲインは0、速度ゲインは3である。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Gazeboでは同じ式をプラグイン内で計算し、実機ではUnitree LowLevel コマンドとしてモータ側PDへ渡す。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12関節すべてが同じゲインである。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ハイブリッド指令: 目標角・目標速さ・位置ゲイン・速度ゲイン・トルクの5つ。  ※ feedforward: 計算済みトルクを、測ったズレと独立に足す。  ※ LowLevel: Unitreeモータが受け取る低レベルコマンド。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§2.1–2.2 背景と目的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高い関節PDはWBCの力制御と喧嘩する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全身QPのトルクだけを開ループで流すと、接触衝撃とモデル誤差で関節が暴れる。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本スタックは「低ゲインPD + トルクFF」で衝撃を抑えつつ、力はWBCに任せる。READMEもその意図を書いている。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τ_WBC をモータの主トルクにする。NMPCの q_j*, q̇_j* を弱い速度フィードバックの目標にする。位置フィードバックは既定で切る。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開ループ: 測った角度で戻さないこと。  ※ PD: 位置ズレ×Kp + 速さズレ×Kd。  ※ FF: feedforward（計算済みトルク）。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§2.3 指令の組み立て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Kp は0なので第2項は消える。ユーザー原稿の「主にKd」は実装事実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posDes = getJointAngles(optimizedState)、velDes = getJointVelocities(optimizedInput)、torque = x_wbc.tail(12)。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setCommand の引数順は (q*, dq*, Kp, Kd, ff)。流れるデータは関節あたり5スカラー、全体60。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u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3520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読み方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何の数か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τ_WBC / τ_cmd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⑤が出したトルク / モータへ出すトルク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12個。単位 N·m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q*, q̇* / q, q̇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目標の角と速さ / 測った角と速さ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目標はNMPCの「今」から抜く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Kp, Kd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位置ばねと速さダンパ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 と 3。12関節同じ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未接続時 実機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指令が来なければダンピングだけ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ff=0, q̇*=0, Kd=3 に戻す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setCommand の引数順は (q*, dq*, Kp, Kd, ff)。全体 5×12=60 個。  ※ 位置ばね0: ⑤の力を打ち消さない。速さダンパ3: 接地衝撃だけ抑える。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§3.2 実機 UnitreeHW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500 Hz で read → update → write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097280"/>
          <a:ext cx="11612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503920"/>
              </a:tblGrid>
              <a:tr h="7696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LowCmd フィールド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 / dq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posDes_ / velDes_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Kp / 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kp_（既定0） / kd_（既定3）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tau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ff_（WBCトルク）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Safety::PositionLimit と PowerProtect（a1 は power_limit: 4）。UDP送信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read()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モータの角・速さ・推定トルク、IMU、足力。脚順は関節名で対応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LowCmd: 実機へ送る1周期分のモータ指令。  ※ PowerProtect: 電力上限。a1は power_limit: 4。  ※ FR/FL/RR/RL: Unitree側の脚名。制御側の LF/LH/RF/RH とは並べ方が違う。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§3.3–3.4 Gazebo と閉ループ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同じ式。delay 既定 9 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writeSim は指令を delay FIFO に入れ、取り出した指令で τ = Kp(q*−q)+Kd(q̇*−q̇)+τ_ff を計算する。既定では τ=τ_WBC+3(q̇*−q̇)。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IMUはリンクのWorld姿勢と相対加速度から作り、接触は ContactManager。名前は LF_FOOT, LH_FOOT, RF_FOOT, RH_FOOT。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モータ（またはGazebo）が次周期の q, q̇、IMU、接地を返し、ブロック③へ戻る。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植物側の次元は浮動ベース6 + 関節12。制御が直接書くのは関節12だけ。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実装事実: Kp=0, Kd=3 固定。ロボット別チューニングは無い。未実装: 電流ループやモータ慣性補償の明示モデル。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FIFO: 先に入れた指令を、9 ms 遅らせて出す待ち行列。  ※ 植物: 制御される側（ロボット本体）。  ※ 浮動ベース6: 胴体の位置3+向き3。モータは関節12しか書けない。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会話論点カバレッジ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08_Conversation_Coverage_Map.md。本文の正本は各章。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質問がどの章へ入ったか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じっくり  ·  docs/legged_control 00–07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43000"/>
          <a:ext cx="11612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ID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質問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統合先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データ流れを、サイズ付きで整理する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02。周期は01。変数表はA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各ブロックの背景・目的・数式・ロジック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①② 03、③ 04、④ 05、⑤ 06、⑥⑦ 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Q3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速習PPTとじっくりPPT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本スライド。構成はノート 00–07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ユーザー原文は analysis-logs/00_user_chat_prompts.md に変更せず置いた。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52160"/>
            <a:ext cx="11548872" cy="694944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9592"/>
            <a:ext cx="1136599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監査表: 会話の質問が、どの章に書いたかの対応表。本文の正本は各章。  ※ 付録A: 変数の完全一覧。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