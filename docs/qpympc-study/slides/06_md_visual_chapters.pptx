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Quadruped-PyMPC  /  図と式で Markdown を要約する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各章を、1枚の絵と1つの式に縮める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00 から 19 まで、本文の結論だけを追う。
見出しの全節は写さない。01〜04 は残してある。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教育用要約  /  正本は docs/qpympc-study  /  01〜04 は残してある
自習 90–150 分。口頭なら章を選ぶ。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速さ指令から、12個の回す力まで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pic>
        <p:nvPicPr>
          <p:cNvPr id="10" name="Picture 9" descr="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98" y="1051560"/>
            <a:ext cx="9209722" cy="3520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4709160"/>
            <a:ext cx="113385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人の速さ → リズム → 押し方 → 回す力 → 次の犬。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物体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関節がある犬が、動かす対象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pic>
        <p:nvPicPr>
          <p:cNvPr id="10" name="Picture 9" descr="dog_plant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994" y="1051560"/>
            <a:ext cx="8129530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閉ループ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光景の順が、実行の順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pic>
        <p:nvPicPr>
          <p:cNvPr id="10" name="Picture 9" descr="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98" y="1051560"/>
            <a:ext cx="9209722" cy="3520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4709160"/>
            <a:ext cx="113385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指令は速さ。実GRFは切替に使わない。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正面の速さを、地図へ回す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pic>
        <p:nvPicPr>
          <p:cNvPr id="10" name="Picture 9" descr="heading_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649" y="1051560"/>
            <a:ext cx="9464220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リズム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対角が組。いつ上げるかは時計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pic>
        <p:nvPicPr>
          <p:cNvPr id="10" name="Picture 9" descr="trot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042" y="1051560"/>
            <a:ext cx="8347435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着地点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腰の下へ、進む先を足す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pic>
        <p:nvPicPr>
          <p:cNvPr id="10" name="Picture 9" descr="foot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27" y="1051560"/>
            <a:ext cx="8706464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予測模型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質量点と作用点。リンクは無い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pic>
        <p:nvPicPr>
          <p:cNvPr id="10" name="Picture 9" descr="sr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689" y="1051560"/>
            <a:ext cx="8178141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未来の罰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12コマ先まで考え、力を抑える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pic>
        <p:nvPicPr>
          <p:cNvPr id="10" name="Picture 9" descr="rece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57" y="1051560"/>
            <a:ext cx="9874404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滑らない力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円すいの内側に収める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pic>
        <p:nvPicPr>
          <p:cNvPr id="10" name="Picture 9" descr="fr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39" y="1051560"/>
            <a:ext cx="9816441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  リズムと力学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接地フラグを、力に掛ける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pic>
        <p:nvPicPr>
          <p:cNvPr id="10" name="Picture 9" descr="gait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433" y="1051560"/>
            <a:ext cx="8650653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今使う1コマ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先頭だけ残し、空中は捨てる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pic>
        <p:nvPicPr>
          <p:cNvPr id="10" name="Picture 9" descr="three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562" y="1051560"/>
            <a:ext cx="9286394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立脚と遊脚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地面の足は写す。空中は運ぶ。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pic>
        <p:nvPicPr>
          <p:cNvPr id="10" name="Picture 9" descr="leg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692" y="1051560"/>
            <a:ext cx="8102135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1歩進める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切って入れ、物体を1回進める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pic>
        <p:nvPicPr>
          <p:cNvPr id="10" name="Picture 9" descr="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98" y="1051560"/>
            <a:ext cx="9209722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  歩幅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速さは、歩数かける1歩の長さ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pic>
        <p:nvPicPr>
          <p:cNvPr id="10" name="Picture 9" descr="st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21" y="1051560"/>
            <a:ext cx="7945077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61772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11155680" cy="13446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定義と境界は本文。記号は付録 A。式の場所は付録 B。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  凸凹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3つの集合の交差は、標準ではまだ無い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pic>
        <p:nvPicPr>
          <p:cNvPr id="10" name="Picture 9" descr="foot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572768"/>
            <a:ext cx="10515600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地形を見ない標準では、届かない点も目標のまま。VFAは非標準。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 / 15  調整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まず重み、次に歩き、自動化の外側は未実装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ずれが大きい→Q相当。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力が暴れる→R。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設定ファイルに Q は無い。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慣性の再計算は標準ON。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歩数の外側ループは未実装。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覚えなくてよい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つまみの一覧は付録 C。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症状の順は本文 14。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自動で重みを回す外側は、この木には無い。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16–19  地図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関数木、手順、実験、論点の置き場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関数の木。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オフの枝をここに置く。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17 / 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Cursorの入口。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会話の論点→本文。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実験の段階。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公平比較の約束。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付録 A–F は変数・式・パラメータ・誤りの理由・未確認。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絵で覚えたら、本文の境界表へ戻る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速習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05 が図と式の一本道。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00 §6.1 と同じ順。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正本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02 が矢印。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各章が式と境界。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残置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01 / 02 見出し。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03 / 04 先の要約。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