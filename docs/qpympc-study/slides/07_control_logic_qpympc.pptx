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制御ロジックを絵で追う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制御は、犬に何をしているか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指令から 12 トルクまでのロジックを、絵と式で追う。
既存スライド 01〜06 は触っていない。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新規 07  /  01〜06 は未変更  /  正本: docs/qpympc-study
対象: 四足MPCが初めての大学院生。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地図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1周期で、制御が犬にすること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箱の列ではない。5つの光景。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pic>
        <p:nvPicPr>
          <p:cNvPr id="12" name="Picture 11" descr="ct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3" y="1572768"/>
            <a:ext cx="9878372" cy="4251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速さ → 誰が押す → 次の点 → 未来の力 → 回す力。予測の体に棒は無い。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人は行き先を言わない。正面の速さだけ。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pic>
        <p:nvPicPr>
          <p:cNvPr id="10" name="Picture 9" descr="ctl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18" y="1572768"/>
            <a:ext cx="11137283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正面＝鼻先の前。地図＝床に固定した向き。床の上の行き先目標はゼロのまま。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正面の速さを、地図の速さへ回す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人の「前へ」は地図の北ではない。同じ数字を足すと、曲がったあとずれる。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今の向きで速さを回し、計画が使う地図向きにする。行き先の位置は作らない。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v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鼻先基準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いまどちらを向いているか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胴体の旋回角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R_z(ψ)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鉛直まわりに座標を回す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地図へ移す道具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着地点と参照が読む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H＝正面。W＝地図。速さだけ追う。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歩容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時計が、誰が押してよいかを先に決める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pic>
        <p:nvPicPr>
          <p:cNvPr id="10" name="Picture 9" descr="ctl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19" y="1572768"/>
            <a:ext cx="10699680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立脚＝地面で押してよい足。遊脚＝空中で次の点へ運ぶ足。脚順は FL, FR, RL, RR。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リズムの式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1歩のどこにいるかで、押してよいかを切る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4脚を同時につけたままでは速く歩けない。いつ押すかを、力の計算より先に決める。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時間だけから 0/1 を切り、短い未来の表も同じ規則で作る。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その脚が1歩のどのあたりか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脚ごと。0が始まり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1秒に何歩サイクルか。標準 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設定。今日は固定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1歩のうち地面にいる割合 0.74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長いほど4脚が重なる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1＝押してよい、0＝空中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押し方の計算は変えられない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 1＝一周したら0に戻す。1( )＝中が正しければ1。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着地点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リズムは時刻。次に置く場所は別。点線は脚ではない。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pic>
        <p:nvPicPr>
          <p:cNvPr id="10" name="Picture 9" descr="ctl_foot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39" y="1572768"/>
            <a:ext cx="10606841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腰の下へ、進む先と速さのずれを足す。点線は幾何の印。力の経路ではない。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着地点の式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腰の下へ、進む先とずれを足す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足を上げる時刻が決まっても、着く場所は決まらない。速さ方向へ出さないと、胴体が脚を追い越す。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正面座標で組み、最後に地図へ戻す。使う速さは、傾きで回す前。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f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p_hip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その脚の腰の位置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胴体の四隅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立脚時間の半分×欲しい速さ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進む先へ出す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Δp_err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今の速さと欲しい速さのずれ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クリップあり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p_foot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次に置く点の候補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保証はしない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左右へ 0.1 m ずらす。高さは上げたときの高さをコピーする。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予測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未来を考える体は、点と作用点だけ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pic>
        <p:nvPicPr>
          <p:cNvPr id="10" name="Picture 9" descr="ctl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41" y="1572768"/>
            <a:ext cx="10106237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形は無い。足と重心を結ぶ棒は無い。力は接地点で世界向き。重心へは合力とモーメント。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/ 08  力学の式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押せる足の力だけが、重心を加速する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モータは予測模型に無い。力は接地点で世界向きに働く。棒を伝う力ではない。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接地フラグを力に掛け、合力で重心を加速する。モーメントは r×F。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d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v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重さと重心の速さ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点。形は無い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その足は今押してよいか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その足が押す力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接地点。世界向き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重力加速度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下向き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回転も同様。Σ (p_i−p_CoM)×F_i。p_i と点を線で結んではいけない。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時間割と力学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未来の点にも、押してよいかを載せる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pic>
        <p:nvPicPr>
          <p:cNvPr id="10" name="Picture 9" descr="ctl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11521440" cy="42369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接地列は最適化しない。Trot の表を各コマの c にする。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今使う力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12コマ解く。渡すのは先頭の1コマ。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pic>
        <p:nvPicPr>
          <p:cNvPr id="10" name="Picture 9" descr="ctl_rece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2" y="1691640"/>
            <a:ext cx="10990175" cy="4023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ホライズン 0.24 s。刻み 0.02 s。次の瞬間に今の犬で解き直す。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マスク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空中の足に残った力は、実行へ渡さない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pic>
        <p:nvPicPr>
          <p:cNvPr id="10" name="Picture 9" descr="ct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11521440" cy="40074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F^cmd = c_{i,0} F^MPC。計算の中では空中の力も変数として残る。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マスクの式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今地面の足だけ、先頭の力を残す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予測は4足ぶんの力を出す。空中の足に残すと、足が地面を探す。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リズムの今の列だけを掛けて、立脚制御へ渡す。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F^MPC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予測が出した地面の力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4足 × 3。世界向き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c_{i,0}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今この足は押してよいか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時間割の先頭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F^cmd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実行が使う力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空中は 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3つの「地面の力」は別物。次のページ。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3つの力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同じ足でも、計算・実行・地面は別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pic>
        <p:nvPicPr>
          <p:cNvPr id="10" name="Picture 9" descr="ctl_thre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9" y="1572768"/>
            <a:ext cx="11484360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地面が返した力は表示用。制御の切替には使わない。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立脚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本物の脚で、力を回す力へ写す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pic>
        <p:nvPicPr>
          <p:cNvPr id="10" name="Picture 9" descr="ctl_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26" y="1572768"/>
            <a:ext cx="9959466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仮想仕事。今の姿勢の J で対応させる。全身QPではない。重心へ棒は描かない。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立脚の式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足先の力を、3つの回す力へ写す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モータは足先には無い。指令の力は接地点で世界向き。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脚ごとの Jacobian 転置で関節へ写す。遊脚は次で上書きする。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F^cmd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マスク後の地面の力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接地している足の裏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J_i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足先の速さ ← 関節の速さ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今の脚の形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3つの回す力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hip, thigh, calf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符号は実装。先に全脚へ書き、空中の脚を上書きする。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遊脚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空中の足は、次の点へ運ぶ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pic>
        <p:nvPicPr>
          <p:cNvPr id="10" name="Picture 9" descr="ctl_s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73" y="1572768"/>
            <a:ext cx="10963573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終点は予測の着地点。立脚の −J^T F は使わない。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遊脚の式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空中の道へ、加速度で寄せる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遊脚に立脚の力を残すと、足が地面を探す。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上げた点から着く点までの道を作り、今の足をそこに寄せる。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tl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今いるべき空中の点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上げた点→着く点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今の足の位置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測った足先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K_p, K_d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位置と速さの寄せ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そのあと全脚から摩擦相当を引く。標準の関節PDはプラントに足さない。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閉ループ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回す力を書いて、物体を1歩進める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pic>
        <p:nvPicPr>
          <p:cNvPr id="10" name="Picture 9" descr="ctl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4" y="1572768"/>
            <a:ext cx="11123431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最終出力は τ 12。MuJoCo が次の体と、地面が返す力を決める。返す力は切替に使わない。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2つの時計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速さの違う2本の時間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pic>
        <p:nvPicPr>
          <p:cNvPr id="10" name="Picture 9" descr="ctl_c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11521440" cy="39974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秒間500回＝0.002秒ごと。秒間100回＝5回に1回だけ未来を解き直す。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閉じる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もう一度、5つの光景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制御ロジック  ·  犬・点・力  ·  01〜06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pic>
        <p:nvPicPr>
          <p:cNvPr id="10" name="Picture 9" descr="ct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3" y="1572768"/>
            <a:ext cx="9878372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正本は md 03–11。このファイルは制御ロジックの絵。01〜06 は残してある。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