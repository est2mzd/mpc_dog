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Quadruped-PyMPC  /  Markdown 要約  ·  図と式で速習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97280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本文を、図と式だけに縮める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5156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これは 01 / 02 の再録ではない。
Markdown 各章の結論を、絵と式で速習する。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5216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要約  /  正本: docs/qpympc-study  /  01・02 は別ファイル（残置）
口頭 45–70 分。記号は表を見る。覚えなくてよい。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このデッキ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1本の矢印。箱は5つ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24128"/>
            <a:ext cx="11430000" cy="50292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60704"/>
            <a:ext cx="111556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要点  人の速さ → リズム → 押し方 → 回す力 → 次の体。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要約速習  ·  図と式  ·  速さから12トルク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1737360"/>
            <a:ext cx="2216505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1737360"/>
            <a:ext cx="2216505" cy="292608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1737360"/>
            <a:ext cx="221650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" y="2084831"/>
            <a:ext cx="2106777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人が速さだけ言う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" y="2578608"/>
            <a:ext cx="2106777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行き先は言わない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3393" y="2391156"/>
            <a:ext cx="25603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46273" y="1737360"/>
            <a:ext cx="2216505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46273" y="1737360"/>
            <a:ext cx="2216505" cy="292608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46273" y="1737360"/>
            <a:ext cx="221650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04+05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01137" y="2084831"/>
            <a:ext cx="2106777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いつ・どこへ足を置く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01137" y="2578608"/>
            <a:ext cx="2106777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リズムと着地点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89626" y="2391156"/>
            <a:ext cx="25603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&gt;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72507" y="1737360"/>
            <a:ext cx="2216505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72507" y="1737360"/>
            <a:ext cx="2216505" cy="292608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72507" y="1737360"/>
            <a:ext cx="221650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07+09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7371" y="2084831"/>
            <a:ext cx="2106777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どれだけ押すか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7371" y="2578608"/>
            <a:ext cx="2106777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未来を解いて今の1発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5860" y="2391156"/>
            <a:ext cx="25603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&gt;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98740" y="1737360"/>
            <a:ext cx="2216505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98740" y="1737360"/>
            <a:ext cx="2216505" cy="292608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98740" y="1737360"/>
            <a:ext cx="221650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53604" y="2084831"/>
            <a:ext cx="2106777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関節を回す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53604" y="2578608"/>
            <a:ext cx="2106777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12個のトルク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42093" y="2391156"/>
            <a:ext cx="25603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&gt;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24974" y="1737360"/>
            <a:ext cx="2216505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624974" y="1737360"/>
            <a:ext cx="2216505" cy="292608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24974" y="1737360"/>
            <a:ext cx="221650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9838" y="2084831"/>
            <a:ext cx="2106777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物体が1歩進む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9838" y="2578608"/>
            <a:ext cx="2106777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次の位置と速さが戻る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トルク=関節を回す力。押し方=足が地面を押す力（目標）。物体=シミュレータ上の犬。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00  要約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資料は何を教えるか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24128"/>
            <a:ext cx="11430000" cy="50292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60704"/>
            <a:ext cx="111556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要点  速度指令から12トルクまでの閉ループ。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要約速習  ·  図と式  ·  速さから12トルク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1097280"/>
            <a:ext cx="91440" cy="229057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  なぜこの問題があるか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胴体は浮いている。地面とは足先だけで力をやり取りする。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4脚を同時につけたままでは速く歩けない。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63056" y="1097280"/>
            <a:ext cx="91440" cy="229057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4224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  何を達成したいか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速さ指令を、12個の回す力へ翻訳する。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標準の一本道と、オフの枝を分ける。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515868"/>
            <a:ext cx="91440" cy="229057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45A20"/>
                </a:solidFill>
                <a:latin typeface="Noto Sans CJK JP"/>
                <a:ea typeface="Noto Sans CJK JP"/>
                <a:cs typeface="Noto Sans CJK JP"/>
              </a:rPr>
              <a:t>アーキ  どこに置き、何と繋ぐか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入口は周回プログラム。計算はコントローラ。物体はシミュレータ。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63056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63056" y="3515868"/>
            <a:ext cx="91440" cy="2290572"/>
          </a:xfrm>
          <a:prstGeom prst="rect">
            <a:avLst/>
          </a:prstGeom>
          <a:solidFill>
            <a:srgbClr val="B48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B48A28"/>
                </a:solidFill>
                <a:latin typeface="Noto Sans CJK JP"/>
                <a:ea typeface="Noto Sans CJK JP"/>
                <a:cs typeface="Noto Sans CJK JP"/>
              </a:rPr>
              <a:t>データの流れ  何が入り、何が出るか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4224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速さ → 接地表 → 押す力 → 回す力 → 次の体 → また速さ。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閉ループ=出して、結果が戻り、また出す。標準=この資料が追う一本道。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02  要約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2つの時計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24128"/>
            <a:ext cx="11430000" cy="50292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60704"/>
            <a:ext cx="111556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要点  速い時計が体を動かし、遅い時計が押し方を考え直す。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要約速習  ·  図と式  ·  速さから12トルク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1691640"/>
            <a:ext cx="3700272" cy="7315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秒間500回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足のリズムを進める。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回す力を出す。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物体を 0.002 秒進める。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30624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30624" y="1691640"/>
            <a:ext cx="3700272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6928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秒間100回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6928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未来 0.24 秒の押し方を解く。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5回に1回だけ。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間は直前の押し方。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5488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5488" y="1691640"/>
            <a:ext cx="3700272" cy="7315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41792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画面だけ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1792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絵は壁時計で秒間約30回。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実際の地面の力はここ。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足の切替には使わない。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Hz=1秒あたりの回数。0.24秒=予測の長さ（12コマ×0.02秒）。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02  要約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意味が変わる場所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24128"/>
            <a:ext cx="11430000" cy="50292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60704"/>
            <a:ext cx="111556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要点  矢印の途中で、速さ・表・力・回す力が入れ替わる。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要約速習  ·  図と式  ·  速さから12トルク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1737360"/>
            <a:ext cx="2216505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1737360"/>
            <a:ext cx="2216505" cy="292608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1737360"/>
            <a:ext cx="221650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" y="2084831"/>
            <a:ext cx="2106777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速さ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" y="2578608"/>
            <a:ext cx="2106777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m/s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3393" y="2368296"/>
            <a:ext cx="25603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46273" y="1737360"/>
            <a:ext cx="2216505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46273" y="1737360"/>
            <a:ext cx="2216505" cy="292608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46273" y="1737360"/>
            <a:ext cx="221650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リズム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01137" y="2084831"/>
            <a:ext cx="2106777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0 か 1 の表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01137" y="2578608"/>
            <a:ext cx="2106777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いつ押してよいか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89626" y="2368296"/>
            <a:ext cx="25603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&gt;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72507" y="1737360"/>
            <a:ext cx="2216505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72507" y="1737360"/>
            <a:ext cx="2216505" cy="292608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72507" y="1737360"/>
            <a:ext cx="221650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未来計算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7371" y="2084831"/>
            <a:ext cx="2106777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押す力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7371" y="2578608"/>
            <a:ext cx="2106777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ニュートン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5860" y="2368296"/>
            <a:ext cx="25603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&gt;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98740" y="1737360"/>
            <a:ext cx="2216505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98740" y="1737360"/>
            <a:ext cx="2216505" cy="292608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98740" y="1737360"/>
            <a:ext cx="221650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実行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53604" y="2084831"/>
            <a:ext cx="2106777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回す力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53604" y="2578608"/>
            <a:ext cx="2106777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N·m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42093" y="2368296"/>
            <a:ext cx="25603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&gt;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24974" y="1737360"/>
            <a:ext cx="2216505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624974" y="1737360"/>
            <a:ext cx="2216505" cy="292608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24974" y="1737360"/>
            <a:ext cx="221650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物体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9838" y="2084831"/>
            <a:ext cx="2106777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次の体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9838" y="2578608"/>
            <a:ext cx="2106777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位置と速さ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同じ「力」でも、欲しい押し方と、地面が返した実力は別物。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03  要約  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正面の速さを、地図向きへ回す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要約速習  ·  図と式  ·  速さから12トルク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566928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60704"/>
            <a:ext cx="5449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544982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人の「前へ」は地図の北ではなく、ロボットの正面である。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24128"/>
            <a:ext cx="562356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060704"/>
            <a:ext cx="5404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298448"/>
            <a:ext cx="540410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計画が使う地図向きへ、同じ速さを翻訳する。行き先の位置は作らない。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9456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_cm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4288"/>
            <a:ext cx="11155680" cy="134465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5760" y="3364992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変数説明  （記号を覚えなくてよい。この表を見る）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5760" y="3584448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意味（覚えなくてよい）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どこから来るか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v^H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人が言った前後・横の速さ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キーまたは最初の値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いまどちらを向いているか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物体の今の向き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R_z(ψ)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その向きで座標を回す道具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鼻先の前 → 地図の前後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v^W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地図から見た欲しい速さ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次の箱が読む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H=正面。W=地図。xy の行き先目標はゼロ。速さだけ追う。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03  要約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指令の絵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24128"/>
            <a:ext cx="11430000" cy="50292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60704"/>
            <a:ext cx="111556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要点  人が渡すのは速さだけ。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要約速習  ·  図と式  ·  速さから12トルク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1691640"/>
            <a:ext cx="3700272" cy="7315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入る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正面の速さ。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その場の旋回速さ。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30624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30624" y="1691640"/>
            <a:ext cx="3700272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6928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中で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6928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地図向きへ回す。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安全のため少し抑える。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着地点のあと、傾きで回す。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5488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5488" y="1691640"/>
            <a:ext cx="3700272" cy="7315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41792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出る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1792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目標のまとめ。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床の行き先はゼロ。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高さは決まった値。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着地点の計算は、傾きで回す前の水平速さを使う。順番を逆にしない。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04  要約  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時計を進め、地面にいる割合で切る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要約速習  ·  図と式  ·  速さから12トルク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566928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60704"/>
            <a:ext cx="5449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544982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いつ押してよいかを、力の計算より先に決める。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24128"/>
            <a:ext cx="562356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060704"/>
            <a:ext cx="5404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298448"/>
            <a:ext cx="540410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時間だけから 0/1 を切り、短い未来の表も同じ規則で作る。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9456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_ga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4288"/>
            <a:ext cx="11155680" cy="134465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5760" y="3364992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変数説明  （記号を覚えなくてよい。この表を見る）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5760" y="3584448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意味（覚えなくてよい）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どこから来るか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φ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1歩のどのあたりか。0が始まり、1で一周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前の周回の値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1秒に何歩サイクルか。標準 1.35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設定。今日は固定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Δt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0.002 秒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速い時計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地面にいる割合。標準 0.74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0.5より大きいので4脚が重なる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c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1=押してよい、0=空中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力の計算はこれを変えられない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対角歩き=左前と右後が組。mod 1=一周したら0に戻す。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04  要約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対角歩きの絵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24128"/>
            <a:ext cx="11430000" cy="50292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60704"/>
            <a:ext cx="111556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要点  切替の前後に、4脚が同時に地面にいる時間がある。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要約速習  ·  図と式  ·  速さから12トルク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1691640"/>
            <a:ext cx="3700272" cy="7315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組A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左前 と 右後。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ずれ 0.5。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30624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30624" y="1691640"/>
            <a:ext cx="3700272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6928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組B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6928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右前 と 左後。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ずれ 1.0。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5488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5488" y="1691640"/>
            <a:ext cx="3700272" cy="7315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41792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重なり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1792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地面割合 0.74。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切替の前後は4脚。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市松模様だけでは足りない。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出口は 4脚×未来13列の表と、今の4つの 0/1。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05  要約  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腰の下へ、進む先とずれと左右を足す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要約速習  ·  図と式  ·  速さから12トルク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566928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60704"/>
            <a:ext cx="5449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544982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リズムは時刻だけ決める。場所が無いと、胴体が脚を追い越す。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24128"/>
            <a:ext cx="562356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060704"/>
            <a:ext cx="5404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298448"/>
            <a:ext cx="540410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正面座標で組み、地図へ戻す。地形は見ない。届かなくても目標のまま。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9456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_fo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4288"/>
            <a:ext cx="11155680" cy="134465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5760" y="3364992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変数説明  （記号を覚えなくてよい。この表を見る）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5760" y="3584448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意味（覚えなくてよい）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どこから来るか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p_hip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その脚の腰の位置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今の体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Δp_ref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立脚時間の半分×欲しい速さ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傾きで回す前の速さ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Δp_err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今の速さと欲しい速さのずれ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大きすぎると切る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p_off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左右へ 0.1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脚が重ならないため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着地点=次に足を置く候補。地形を見ない設定では、穴の縁でも目標になる。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06  要約  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押せる足の力だけが、胴体を加速する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要約速習  ·  図と式  ·  速さから12トルク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566928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60704"/>
            <a:ext cx="5449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544982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物体は12関節を持つ。予測まで関節を入れると重い。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24128"/>
            <a:ext cx="562356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060704"/>
            <a:ext cx="5404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298448"/>
            <a:ext cx="540410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胴体と4つの足先だけの粗い模型で、短い未来を進める。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9456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_sr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4288"/>
            <a:ext cx="11155680" cy="134465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5760" y="3364992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変数説明  （記号を覚えなくてよい。この表を見る）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5760" y="3584448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意味（覚えなくてよい）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どこから来るか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m, I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重さと回りにくさ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物体の値を粗く入れる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v, 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進む速さと回る速さ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予測の中の体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c_i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そのコマその足は押してよいか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リズムの表。計算しない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F_i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その足が押す力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計算が決める。空中でも変数としては残る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r_i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胴体中心から足への矢印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足の位置 − 中心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粗い模型=予測の中の体。全身の物体とは別。空中の力は加速に入れない。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06  要約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2つの「体」を混ぜない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要約速習  ·  図と式  ·  速さから12トルク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691640"/>
            <a:ext cx="3700272" cy="7315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物体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シミュレータの全身。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関節12、位置19、速さ18。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実際の地面の力を作る。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30624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30624" y="1691640"/>
            <a:ext cx="3700272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6928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粗い模型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6928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胴体＋足先4つ。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関節は予測しない。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欲しい押し方を考えるため。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5488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5488" y="1691640"/>
            <a:ext cx="3700272" cy="7315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1792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混ぜると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1792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「ロボットが12関節を計画した」と錯覚する。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計画は押し方まで。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位置19=浮いている胴体の向きの表し方で1つ多い。速さは18。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07  要約  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ずれを罰して、未来12コマを一度に決める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要約速習  ·  図と式  ·  速さから12トルク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566928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60704"/>
            <a:ext cx="5449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544982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今の1発だけでは、次の接地に間に合わない。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24128"/>
            <a:ext cx="562356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060704"/>
            <a:ext cx="5404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298448"/>
            <a:ext cx="540410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体を目標へ寄せ、力を抑える。終わりの罰も途中と同じ重み。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9456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_oc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4288"/>
            <a:ext cx="11155680" cy="134465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5760" y="3364992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変数説明  （記号を覚えなくてよい。この表を見る）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5760" y="3584448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意味（覚えなくてよい）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どこから来るか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x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胴体と足の予測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今の体から粗い模型で進む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x^ref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いてほしい体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指令の目標。床位置はゼロ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u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足の速さと押す力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この計算が決める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Q, 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ずれと力を何倍して罰するか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重み関数の中。設定ファイルには無い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min=小さくする。k=時刻の番号。|| ||^2=ずれの2乗。別の終わり専用の重みは無い。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07  要約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決めるもの / 決めないもの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要約速習  ·  図と式  ·  速さから12トルク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691640"/>
            <a:ext cx="3700272" cy="7315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決める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各足の欲しい押し方。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空中の足の運び（予測）。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胴体の短い未来。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30624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30624" y="1691640"/>
            <a:ext cx="3700272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6928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決めない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6928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足のリズム。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人の欲しい速さ。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12関節の角度の軌道。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5488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5488" y="1691640"/>
            <a:ext cx="3700272" cy="7315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1792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失敗したとき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1792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新しい答えを捨てる。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直前の押し方を使う。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内部をリセットする。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滑らない円すいの制限は、空中の足にも残る。力を式でゼロにはしない。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07  要約  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滑らないための4本の不等式（脚ごと）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要約速習  ·  図と式  ·  速さから12トルク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566928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60704"/>
            <a:ext cx="5449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544982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水平の力が大きくなりすぎると足が滑る。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24128"/>
            <a:ext cx="562356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060704"/>
            <a:ext cx="5404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298448"/>
            <a:ext cx="540410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摩擦の傾きの内側に力を閉じ込める。接触の 0/1 では消さない。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9456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_fr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4288"/>
            <a:ext cx="11155680" cy="134465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5760" y="3364992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変数説明  （記号を覚えなくてよい。この表を見る）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5760" y="3584448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意味（覚えなくてよい）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どこから来るか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μ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滑りにくさの数。標準 0.42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予測用。物体側の摩擦とは別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n, 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上向きと、床に沿った向き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粗い模型の接触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F, F_z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押す力と、その上下成分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計算の入力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体重ぶんの上限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空中の足にもこの箱が残る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これは予測の中の制限。物体が本当に滑るかどうかは、別の接触計算。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08  要約  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リズムの1列を、そのコマの力学に書き込む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要約速習  ·  図と式  ·  速さから12トルク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566928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60704"/>
            <a:ext cx="5449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544982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リズムを計算に選ばせると、対角歩きが毎周壊れる。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24128"/>
            <a:ext cx="562356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060704"/>
            <a:ext cx="5404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298448"/>
            <a:ext cx="540410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押してよい足を、既知の数として入れる。逆相は選べない。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9456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_g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4288"/>
            <a:ext cx="11155680" cy="134465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5760" y="3364992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変数説明  （記号を覚えなくてよい。この表を見る）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5760" y="3584448"/>
          <a:ext cx="11430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意味（覚えなくてよい）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どこから来るか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c_{·,k}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コマ k の4脚が押してよいか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リズムの表のその列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p_k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そのコマの既知の数の束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先頭4つが接地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F_{i,k}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その足の押す力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計算が動かす数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既知=最適化しない。空中の力は加速に入らないが、変数としては残る。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09  要約  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今の1発だけ残し、空中なら消す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要約速習  ·  図と式  ·  速さから12トルク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566928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60704"/>
            <a:ext cx="5449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544982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未来全部をモータに出せない。空中の力が漏れると、足が地面を探す。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24128"/>
            <a:ext cx="562356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060704"/>
            <a:ext cx="5404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298448"/>
            <a:ext cx="540410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今接地している足の、最初のコマの押し方だけ実行へ渡す。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9456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_m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4288"/>
            <a:ext cx="11155680" cy="134465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5760" y="3364992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変数説明  （記号を覚えなくてよい。この表を見る）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5760" y="3584448"/>
          <a:ext cx="11430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意味（覚えなくてよい）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どこから来るか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F^{MPC}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計算が出した今の押し方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最初のコマの後半12個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c_{i,0}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今この瞬間、その足は地面にいてよいか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リズムの表の最初の列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F^{cmd}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実際に使う目標の押し方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地面の足を回す力の入口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掛け算で0にすると消える。5回に1回だけ解き、間は直前の目標を使う。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09  要約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押し方は3段ある。足さない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要約速習  ·  図と式  ·  速さから12トルク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691640"/>
            <a:ext cx="3700272" cy="7315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計算の中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空中の足の力も残り得る。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式でゼロにはしない。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30624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30624" y="1691640"/>
            <a:ext cx="3700272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6928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実行へ渡すとき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6928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今の接地 0/1 を掛ける。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空中は0。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5488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5488" y="1691640"/>
            <a:ext cx="3700272" cy="7315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1792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物体の中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1792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地面が返す実力。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目標を代入していない。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実験の列を分ける。欲しい力と実力を足すと、成功の意味が消える。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10  要約  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押す力を、関節を回す力へ写す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要約速習  ·  図と式  ·  速さから12トルク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566928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60704"/>
            <a:ext cx="5449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544982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モータは足先ではなく関節にある。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24128"/>
            <a:ext cx="562356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060704"/>
            <a:ext cx="5404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298448"/>
            <a:ext cx="540410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全脚に先に書き、空中の足だけ別の式で上書きする。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9456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_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4288"/>
            <a:ext cx="11155680" cy="134465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5760" y="3364992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変数説明  （記号を覚えなくてよい。この表を見る）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5760" y="3584448"/>
          <a:ext cx="11430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意味（覚えなくてよい）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どこから来るか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F^{cmd}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今使う目標の押し方。空中は0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前の箱の出口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関節が動くと足先がどう動くか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今の姿勢から物体が計算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τ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その脚3つの回す力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そのあと受動力を引く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J=足先の動きやすさ。T=行と列の入れ替え。-=力の向きの符号。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10  要約  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空中の足は、ずれを戻す力で上書きする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要約速習  ·  図と式  ·  速さから12トルク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566928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60704"/>
            <a:ext cx="5449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544982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空中の足は押せない。次の着地点へ運ぶ仕事だけする。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24128"/>
            <a:ext cx="562356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060704"/>
            <a:ext cx="5404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298448"/>
            <a:ext cx="540410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欲しい軌道との位置・速さのずれに比例して戻す。同じ戻しが2回足される。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9456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_s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4288"/>
            <a:ext cx="11155680" cy="134465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5760" y="3364992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変数説明  （記号を覚えなくてよい。この表を見る）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5760" y="3584448"/>
          <a:ext cx="11430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意味（覚えなくてよい）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どこから来るか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p, p_d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今の足先と、いてほしい足先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始点=上げた位置。終点=着地点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K_p, K_d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位置のずれ、速さのずれの強さ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標準 500 と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p̈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足先に出したい加速度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回す力へ写して上書き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2回足す=同じ比例・微分が二重。関節角の目標は計算するが、物体には足さない。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10  要約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切替の絵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24128"/>
            <a:ext cx="11430000" cy="50292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60704"/>
            <a:ext cx="111556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要点  同じ 0/1 で、作り方を変える。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要約速習  ·  図と式  ·  速さから12トルク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1737360"/>
            <a:ext cx="2798064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1737360"/>
            <a:ext cx="2798064" cy="292608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1737360"/>
            <a:ext cx="2798064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全脚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" y="2084831"/>
            <a:ext cx="268833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押す力→回す力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" y="2578608"/>
            <a:ext cx="268833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先に書く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44952" y="2368296"/>
            <a:ext cx="25603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27832" y="1737360"/>
            <a:ext cx="2798064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27832" y="1737360"/>
            <a:ext cx="2798064" cy="292608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27832" y="1737360"/>
            <a:ext cx="2798064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空中だけ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82696" y="2084831"/>
            <a:ext cx="268833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ずれ戻しで上書き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82696" y="2578608"/>
            <a:ext cx="268833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接地が0の足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52744" y="2368296"/>
            <a:ext cx="25603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&gt;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35624" y="1737360"/>
            <a:ext cx="2798064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35624" y="1737360"/>
            <a:ext cx="2798064" cy="292608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35624" y="1737360"/>
            <a:ext cx="2798064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全脚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0488" y="2084831"/>
            <a:ext cx="268833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受動力を引く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0488" y="2578608"/>
            <a:ext cx="268833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摩擦など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0536" y="2368296"/>
            <a:ext cx="25603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&gt;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43416" y="1737360"/>
            <a:ext cx="2798064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43416" y="1737360"/>
            <a:ext cx="2798064" cy="292608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43416" y="1737360"/>
            <a:ext cx="2798064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8280" y="2084831"/>
            <a:ext cx="268833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大きさを切る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2578608"/>
            <a:ext cx="268833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11へ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切替はリズムの今の 0/1。実際に地面に触れたかは使わない。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11  要約  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定格の9割で切り、物体を1歩進める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要約速習  ·  図と式  ·  速さから12トルク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566928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60704"/>
            <a:ext cx="5449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544982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定格超えは模型の外。欲しい押し方を地面へ書くと、物体が嘘をつく。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24128"/>
            <a:ext cx="562356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060704"/>
            <a:ext cx="5404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298448"/>
            <a:ext cx="540410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切ってから12個の入れ物へ入れ、時間を1コマ進める。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9456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_cl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4288"/>
            <a:ext cx="11155680" cy="134465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5760" y="3364992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変数説明  （記号を覚えなくてよい。この表を見る）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5760" y="3584448"/>
          <a:ext cx="11430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意味（覚えなくてよい）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どこから来るか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τ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切る前の12個の回す力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立脚と遊脚の出口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τ_lim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出せると書いてある上限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物体の説明ファイル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q, q+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今の体と次の体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位置は19個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clip=はみ出しを上限へ戻す。step=物理を1コマ進める計算。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11  要約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3つの力の絵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要約速習  ·  図と式  ·  速さから12トルク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691640"/>
            <a:ext cx="3700272" cy="7315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欲しい力（計算）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未来計算の最初の答え。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空中の分も残り得る。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30624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30624" y="1691640"/>
            <a:ext cx="3700272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6928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使う力（指令）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6928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今の接地を掛けたもの。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地面の足の回す力の目標。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5488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5488" y="1691640"/>
            <a:ext cx="3700272" cy="7315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1792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実力（物体）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1792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地面が返した力。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切替にも制御にも使わない。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実力の表示は画面用。壁時計で秒間約30回。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01  要約  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物体の中では、回す力と接触力で体が加速する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要約速習  ·  図と式  ·  速さから12トルク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566928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60704"/>
            <a:ext cx="5449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544982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胴体を直接押すモータは無い。接触力は指令ではない。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24128"/>
            <a:ext cx="562356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060704"/>
            <a:ext cx="5404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298448"/>
            <a:ext cx="540410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12個の回す力を入れ、物体が接触力と次の体を求める。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9456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_pl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4288"/>
            <a:ext cx="11155680" cy="134465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5760" y="3364992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変数説明  （記号を覚えなくてよい。この表を見る）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5760" y="3584448"/>
          <a:ext cx="11430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意味（覚えなくてよい）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どこから来るか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M, h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重さの行列と、重力などの項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今の体から物体が組む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12個の回す力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切ったあとの指令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λ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接触力（実力）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物体の接触計算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欲しい押し方をこの式の λ へ代入してはいない。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12  要約  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足跡の間隔は、速さ割る歩の回数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要約速習  ·  図と式  ·  速さから12トルク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566928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60704"/>
            <a:ext cx="5449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544982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足が地面に固定されているあいだ、胴体は前へ進む。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24128"/>
            <a:ext cx="562356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060704"/>
            <a:ext cx="5404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298448"/>
            <a:ext cx="540410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歩の回数を固定したまま速さだけ上げると、間隔が伸び、空中の移動が厳しくなる。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9456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4288"/>
            <a:ext cx="11155680" cy="134465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5760" y="3364992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変数説明  （記号を覚えなくてよい。この表を見る）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5760" y="3584448"/>
          <a:ext cx="11430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意味（覚えなくてよい）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どこから来るか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v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欲しい水平速さ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人の指令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1秒の歩サイクル。標準 1.35 で固定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設定。候補比較はオフ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L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足跡と足跡の間隔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脚を何メートル前へ出すか、ではない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候補 [1.4, 2.0, 2.4] は目標速さを決めない。標準では使わない。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13  要約  式（理論）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着地点は、3つの条件を同時に満たす必要がある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要約速習  ·  図と式  ·  速さから12トルク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566928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60704"/>
            <a:ext cx="5449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544982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地形上よく見えても届かない。届いても時間切れになる。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24128"/>
            <a:ext cx="562356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060704"/>
            <a:ext cx="5404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298448"/>
            <a:ext cx="540410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3条件の重なりは理論上の必要条件。標準コードにこの判定は無い。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9456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_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4288"/>
            <a:ext cx="11155680" cy="134465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5760" y="3364992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変数説明  （記号を覚えなくてよい。この表を見る）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5760" y="3584448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意味（覚えなくてよい）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どこから来るか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p_td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次の着地点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腰の下の候補。無修正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S_terrain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穴でなく立てる場所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高さ地図が要る。標準には無い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R_leg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脚が届く場所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判定関数は無い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R_time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残り空中時間で届く場所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歩の速さと地面割合に依存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理論=式の話。実装事実ではない。平地の評価は平坦な場面を明示する。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14–15  要約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触る順と、自動化の有無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要約速習  ·  図と式  ·  速さから12トルク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691640"/>
            <a:ext cx="3700272" cy="7315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先に触る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欲しい速さの上限。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歩き方、歩の回数、地面割合。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高さ・速さ・押し方の罰。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30624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30624" y="1691640"/>
            <a:ext cx="3700272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6928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あと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6928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足位置の罰、予測の長さ。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オフの制限はオフのまま見る。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5488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5488" y="1691640"/>
            <a:ext cx="3700272" cy="7315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1792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自動ではない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1792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罰の数を外側で探すループは無い。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別の探し方の予測制御とは別物。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一度に動かす束は1つ。質量や定格は仕様であり、いじらない。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16  要約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標準で切ってある枝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要約速習  ·  図と式  ·  速さから12トルク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737360"/>
            <a:ext cx="2798064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737360"/>
            <a:ext cx="2798064" cy="292608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737360"/>
            <a:ext cx="2798064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見る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" y="2084831"/>
            <a:ext cx="268833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地形適応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" y="2578608"/>
            <a:ext cx="268833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オフ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4952" y="2368296"/>
            <a:ext cx="25603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27832" y="1737360"/>
            <a:ext cx="2798064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27832" y="1737360"/>
            <a:ext cx="2798064" cy="292608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27832" y="1737360"/>
            <a:ext cx="2798064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歩周波数の候補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82696" y="2084831"/>
            <a:ext cx="268833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オフ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82696" y="2578608"/>
            <a:ext cx="268833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着地点も再計算しない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52744" y="2368296"/>
            <a:ext cx="25603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35624" y="1737360"/>
            <a:ext cx="2798064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35624" y="1737360"/>
            <a:ext cx="2798064" cy="292608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35624" y="1737360"/>
            <a:ext cx="2798064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関節のばね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0488" y="2084831"/>
            <a:ext cx="268833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コメントアウト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0488" y="2578608"/>
            <a:ext cx="268833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標準は回す力だけ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0536" y="2368296"/>
            <a:ext cx="25603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&gt;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43416" y="1737360"/>
            <a:ext cx="2798064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3416" y="1737360"/>
            <a:ext cx="2798064" cy="292608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43416" y="1737360"/>
            <a:ext cx="2798064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別の予測制御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2084831"/>
            <a:ext cx="268833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オフ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2578608"/>
            <a:ext cx="268833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普通の一本道だけ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名前がある機能でも、標準の道には無い。16 の表が正本。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02  出口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5問。答えは次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要約速習  ·  図と式  ·  速さから12トルク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人は行き先と速さのどちらを出すか。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対角歩きのリズムを決めるのは誰か。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未来計算が決めるもの / 決めないものは何か。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地面の足と空中の足の回す力は、どう作るか。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欲しい押し方と、地面が返した力の違いは何か。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答えの正本は本文 02 の最終確認。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02  出口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答え（本文の事実）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要約速習  ·  図と式  ·  速さから12トルク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1691640"/>
          <a:ext cx="1143000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662939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問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答え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662939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入力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正面の速さと旋回速さ。行き先ではない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662939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リズム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足のリズムの箱。未来計算は変えない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未来計算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押し方と足運び。リズム・行き先・関節角は決めない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662939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回す力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押す力を写して先に書き、空中だけずれ戻しで上書き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2944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2つの力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欲しい押し方と、物体が接触で作った実力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本文へ戻る場所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要約速習  ·  図と式  ·  速さから12トルク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691640"/>
            <a:ext cx="3700272" cy="7315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矢印の型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02 の境界表。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変数は付録 A。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30624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30624" y="1691640"/>
            <a:ext cx="3700272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6928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式の定義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6928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各章本文。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場所は付録 B。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5488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5488" y="1691640"/>
            <a:ext cx="3700272" cy="7315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1792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旧い01・02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1792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見出し転写の長い方。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この要約とは別ファイル。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食い違いがあればコードが正。本文を直し、スライドを再生成する。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